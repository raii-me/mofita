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85" r:id="rId6"/>
    <p:sldId id="293" r:id="rId7"/>
    <p:sldId id="286" r:id="rId8"/>
    <p:sldId id="288" r:id="rId9"/>
    <p:sldId id="289" r:id="rId10"/>
    <p:sldId id="290" r:id="rId11"/>
    <p:sldId id="291" r:id="rId12"/>
  </p:sldIdLst>
  <p:sldSz cx="12188825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90A1"/>
    <a:srgbClr val="9BA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F543B5-3AC0-78DD-1728-1B24C0A127A4}" v="171" dt="2025-10-03T00:08:10.854"/>
    <p1510:client id="{ADD99075-BA08-401D-773C-B2C8585E213F}" v="103" dt="2025-10-02T23:38:22.826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TALO BEZERRA DE SOUSA" userId="S::italo.sousa18@etec.sp.gov.br::1ecf03a0-ef98-4e88-85ea-d501b59bd206" providerId="AD" clId="Web-{ADD99075-BA08-401D-773C-B2C8585E213F}"/>
    <pc:docChg chg="modSld">
      <pc:chgData name="ITALO BEZERRA DE SOUSA" userId="S::italo.sousa18@etec.sp.gov.br::1ecf03a0-ef98-4e88-85ea-d501b59bd206" providerId="AD" clId="Web-{ADD99075-BA08-401D-773C-B2C8585E213F}" dt="2025-10-02T23:38:22.826" v="96" actId="20577"/>
      <pc:docMkLst>
        <pc:docMk/>
      </pc:docMkLst>
      <pc:sldChg chg="modSp">
        <pc:chgData name="ITALO BEZERRA DE SOUSA" userId="S::italo.sousa18@etec.sp.gov.br::1ecf03a0-ef98-4e88-85ea-d501b59bd206" providerId="AD" clId="Web-{ADD99075-BA08-401D-773C-B2C8585E213F}" dt="2025-10-02T23:38:22.826" v="96" actId="20577"/>
        <pc:sldMkLst>
          <pc:docMk/>
          <pc:sldMk cId="4272820099" sldId="280"/>
        </pc:sldMkLst>
        <pc:spChg chg="mod">
          <ac:chgData name="ITALO BEZERRA DE SOUSA" userId="S::italo.sousa18@etec.sp.gov.br::1ecf03a0-ef98-4e88-85ea-d501b59bd206" providerId="AD" clId="Web-{ADD99075-BA08-401D-773C-B2C8585E213F}" dt="2025-10-02T23:38:22.826" v="96" actId="20577"/>
          <ac:spMkLst>
            <pc:docMk/>
            <pc:sldMk cId="4272820099" sldId="280"/>
            <ac:spMk id="4" creationId="{49246EFC-B76B-4F23-B7D8-9CEB9EDD4763}"/>
          </ac:spMkLst>
        </pc:spChg>
      </pc:sldChg>
      <pc:sldChg chg="modSp">
        <pc:chgData name="ITALO BEZERRA DE SOUSA" userId="S::italo.sousa18@etec.sp.gov.br::1ecf03a0-ef98-4e88-85ea-d501b59bd206" providerId="AD" clId="Web-{ADD99075-BA08-401D-773C-B2C8585E213F}" dt="2025-10-02T22:50:43.534" v="45" actId="20577"/>
        <pc:sldMkLst>
          <pc:docMk/>
          <pc:sldMk cId="3190719341" sldId="283"/>
        </pc:sldMkLst>
        <pc:spChg chg="mod">
          <ac:chgData name="ITALO BEZERRA DE SOUSA" userId="S::italo.sousa18@etec.sp.gov.br::1ecf03a0-ef98-4e88-85ea-d501b59bd206" providerId="AD" clId="Web-{ADD99075-BA08-401D-773C-B2C8585E213F}" dt="2025-10-02T22:50:43.534" v="45" actId="20577"/>
          <ac:spMkLst>
            <pc:docMk/>
            <pc:sldMk cId="3190719341" sldId="283"/>
            <ac:spMk id="5" creationId="{68EA1406-9D0A-F316-CA4B-D6FA46DEDD20}"/>
          </ac:spMkLst>
        </pc:spChg>
      </pc:sldChg>
      <pc:sldChg chg="modSp">
        <pc:chgData name="ITALO BEZERRA DE SOUSA" userId="S::italo.sousa18@etec.sp.gov.br::1ecf03a0-ef98-4e88-85ea-d501b59bd206" providerId="AD" clId="Web-{ADD99075-BA08-401D-773C-B2C8585E213F}" dt="2025-10-02T22:50:32.346" v="44" actId="20577"/>
        <pc:sldMkLst>
          <pc:docMk/>
          <pc:sldMk cId="1718786928" sldId="284"/>
        </pc:sldMkLst>
        <pc:spChg chg="mod">
          <ac:chgData name="ITALO BEZERRA DE SOUSA" userId="S::italo.sousa18@etec.sp.gov.br::1ecf03a0-ef98-4e88-85ea-d501b59bd206" providerId="AD" clId="Web-{ADD99075-BA08-401D-773C-B2C8585E213F}" dt="2025-10-02T22:50:32.346" v="44" actId="20577"/>
          <ac:spMkLst>
            <pc:docMk/>
            <pc:sldMk cId="1718786928" sldId="284"/>
            <ac:spMk id="5" creationId="{68EA1406-9D0A-F316-CA4B-D6FA46DEDD20}"/>
          </ac:spMkLst>
        </pc:spChg>
      </pc:sldChg>
      <pc:sldChg chg="modSp">
        <pc:chgData name="ITALO BEZERRA DE SOUSA" userId="S::italo.sousa18@etec.sp.gov.br::1ecf03a0-ef98-4e88-85ea-d501b59bd206" providerId="AD" clId="Web-{ADD99075-BA08-401D-773C-B2C8585E213F}" dt="2025-10-02T23:04:44.692" v="85" actId="1076"/>
        <pc:sldMkLst>
          <pc:docMk/>
          <pc:sldMk cId="2257803577" sldId="285"/>
        </pc:sldMkLst>
        <pc:spChg chg="mod">
          <ac:chgData name="ITALO BEZERRA DE SOUSA" userId="S::italo.sousa18@etec.sp.gov.br::1ecf03a0-ef98-4e88-85ea-d501b59bd206" providerId="AD" clId="Web-{ADD99075-BA08-401D-773C-B2C8585E213F}" dt="2025-10-02T23:04:44.692" v="85" actId="1076"/>
          <ac:spMkLst>
            <pc:docMk/>
            <pc:sldMk cId="2257803577" sldId="285"/>
            <ac:spMk id="4" creationId="{AB0CC641-942F-A979-7A76-A06B319BECB6}"/>
          </ac:spMkLst>
        </pc:spChg>
      </pc:sldChg>
      <pc:sldChg chg="modSp">
        <pc:chgData name="ITALO BEZERRA DE SOUSA" userId="S::italo.sousa18@etec.sp.gov.br::1ecf03a0-ef98-4e88-85ea-d501b59bd206" providerId="AD" clId="Web-{ADD99075-BA08-401D-773C-B2C8585E213F}" dt="2025-10-02T23:01:14.502" v="67" actId="20577"/>
        <pc:sldMkLst>
          <pc:docMk/>
          <pc:sldMk cId="48551228" sldId="286"/>
        </pc:sldMkLst>
        <pc:spChg chg="mod">
          <ac:chgData name="ITALO BEZERRA DE SOUSA" userId="S::italo.sousa18@etec.sp.gov.br::1ecf03a0-ef98-4e88-85ea-d501b59bd206" providerId="AD" clId="Web-{ADD99075-BA08-401D-773C-B2C8585E213F}" dt="2025-10-02T23:01:14.502" v="67" actId="20577"/>
          <ac:spMkLst>
            <pc:docMk/>
            <pc:sldMk cId="48551228" sldId="286"/>
            <ac:spMk id="5" creationId="{00D5599C-F27A-985B-0D0A-BFDAB1066500}"/>
          </ac:spMkLst>
        </pc:spChg>
      </pc:sldChg>
      <pc:sldChg chg="modSp">
        <pc:chgData name="ITALO BEZERRA DE SOUSA" userId="S::italo.sousa18@etec.sp.gov.br::1ecf03a0-ef98-4e88-85ea-d501b59bd206" providerId="AD" clId="Web-{ADD99075-BA08-401D-773C-B2C8585E213F}" dt="2025-10-02T23:04:33.097" v="84" actId="20577"/>
        <pc:sldMkLst>
          <pc:docMk/>
          <pc:sldMk cId="1508338242" sldId="288"/>
        </pc:sldMkLst>
        <pc:spChg chg="mod">
          <ac:chgData name="ITALO BEZERRA DE SOUSA" userId="S::italo.sousa18@etec.sp.gov.br::1ecf03a0-ef98-4e88-85ea-d501b59bd206" providerId="AD" clId="Web-{ADD99075-BA08-401D-773C-B2C8585E213F}" dt="2025-10-02T23:04:33.097" v="84" actId="20577"/>
          <ac:spMkLst>
            <pc:docMk/>
            <pc:sldMk cId="1508338242" sldId="288"/>
            <ac:spMk id="5" creationId="{00D5599C-F27A-985B-0D0A-BFDAB1066500}"/>
          </ac:spMkLst>
        </pc:spChg>
      </pc:sldChg>
      <pc:sldChg chg="modSp">
        <pc:chgData name="ITALO BEZERRA DE SOUSA" userId="S::italo.sousa18@etec.sp.gov.br::1ecf03a0-ef98-4e88-85ea-d501b59bd206" providerId="AD" clId="Web-{ADD99075-BA08-401D-773C-B2C8585E213F}" dt="2025-10-02T23:03:38.890" v="79" actId="20577"/>
        <pc:sldMkLst>
          <pc:docMk/>
          <pc:sldMk cId="3881572130" sldId="290"/>
        </pc:sldMkLst>
        <pc:spChg chg="mod">
          <ac:chgData name="ITALO BEZERRA DE SOUSA" userId="S::italo.sousa18@etec.sp.gov.br::1ecf03a0-ef98-4e88-85ea-d501b59bd206" providerId="AD" clId="Web-{ADD99075-BA08-401D-773C-B2C8585E213F}" dt="2025-10-02T23:03:38.890" v="79" actId="20577"/>
          <ac:spMkLst>
            <pc:docMk/>
            <pc:sldMk cId="3881572130" sldId="290"/>
            <ac:spMk id="5" creationId="{00D5599C-F27A-985B-0D0A-BFDAB1066500}"/>
          </ac:spMkLst>
        </pc:spChg>
      </pc:sldChg>
      <pc:sldChg chg="modSp">
        <pc:chgData name="ITALO BEZERRA DE SOUSA" userId="S::italo.sousa18@etec.sp.gov.br::1ecf03a0-ef98-4e88-85ea-d501b59bd206" providerId="AD" clId="Web-{ADD99075-BA08-401D-773C-B2C8585E213F}" dt="2025-10-02T23:01:47.662" v="74" actId="20577"/>
        <pc:sldMkLst>
          <pc:docMk/>
          <pc:sldMk cId="3277728687" sldId="291"/>
        </pc:sldMkLst>
        <pc:spChg chg="mod">
          <ac:chgData name="ITALO BEZERRA DE SOUSA" userId="S::italo.sousa18@etec.sp.gov.br::1ecf03a0-ef98-4e88-85ea-d501b59bd206" providerId="AD" clId="Web-{ADD99075-BA08-401D-773C-B2C8585E213F}" dt="2025-10-02T23:01:47.662" v="74" actId="20577"/>
          <ac:spMkLst>
            <pc:docMk/>
            <pc:sldMk cId="3277728687" sldId="291"/>
            <ac:spMk id="4" creationId="{01BDD856-64F1-4001-ADA4-82E7E53FA5E1}"/>
          </ac:spMkLst>
        </pc:spChg>
      </pc:sldChg>
      <pc:sldChg chg="modSp">
        <pc:chgData name="ITALO BEZERRA DE SOUSA" userId="S::italo.sousa18@etec.sp.gov.br::1ecf03a0-ef98-4e88-85ea-d501b59bd206" providerId="AD" clId="Web-{ADD99075-BA08-401D-773C-B2C8585E213F}" dt="2025-10-02T23:07:11.136" v="91" actId="20577"/>
        <pc:sldMkLst>
          <pc:docMk/>
          <pc:sldMk cId="747848426" sldId="293"/>
        </pc:sldMkLst>
        <pc:spChg chg="mod">
          <ac:chgData name="ITALO BEZERRA DE SOUSA" userId="S::italo.sousa18@etec.sp.gov.br::1ecf03a0-ef98-4e88-85ea-d501b59bd206" providerId="AD" clId="Web-{ADD99075-BA08-401D-773C-B2C8585E213F}" dt="2025-10-02T23:07:11.136" v="91" actId="20577"/>
          <ac:spMkLst>
            <pc:docMk/>
            <pc:sldMk cId="747848426" sldId="293"/>
            <ac:spMk id="5" creationId="{00D5599C-F27A-985B-0D0A-BFDAB1066500}"/>
          </ac:spMkLst>
        </pc:spChg>
      </pc:sldChg>
      <pc:sldChg chg="modSp">
        <pc:chgData name="ITALO BEZERRA DE SOUSA" userId="S::italo.sousa18@etec.sp.gov.br::1ecf03a0-ef98-4e88-85ea-d501b59bd206" providerId="AD" clId="Web-{ADD99075-BA08-401D-773C-B2C8585E213F}" dt="2025-10-02T22:37:50.155" v="38" actId="20577"/>
        <pc:sldMkLst>
          <pc:docMk/>
          <pc:sldMk cId="40446795" sldId="294"/>
        </pc:sldMkLst>
        <pc:spChg chg="mod">
          <ac:chgData name="ITALO BEZERRA DE SOUSA" userId="S::italo.sousa18@etec.sp.gov.br::1ecf03a0-ef98-4e88-85ea-d501b59bd206" providerId="AD" clId="Web-{ADD99075-BA08-401D-773C-B2C8585E213F}" dt="2025-10-02T22:37:50.155" v="38" actId="20577"/>
          <ac:spMkLst>
            <pc:docMk/>
            <pc:sldMk cId="40446795" sldId="294"/>
            <ac:spMk id="5" creationId="{00D5599C-F27A-985B-0D0A-BFDAB1066500}"/>
          </ac:spMkLst>
        </pc:spChg>
      </pc:sldChg>
      <pc:sldChg chg="modSp">
        <pc:chgData name="ITALO BEZERRA DE SOUSA" userId="S::italo.sousa18@etec.sp.gov.br::1ecf03a0-ef98-4e88-85ea-d501b59bd206" providerId="AD" clId="Web-{ADD99075-BA08-401D-773C-B2C8585E213F}" dt="2025-10-02T23:20:40.620" v="93" actId="20577"/>
        <pc:sldMkLst>
          <pc:docMk/>
          <pc:sldMk cId="203536073" sldId="295"/>
        </pc:sldMkLst>
        <pc:spChg chg="mod">
          <ac:chgData name="ITALO BEZERRA DE SOUSA" userId="S::italo.sousa18@etec.sp.gov.br::1ecf03a0-ef98-4e88-85ea-d501b59bd206" providerId="AD" clId="Web-{ADD99075-BA08-401D-773C-B2C8585E213F}" dt="2025-10-02T23:20:40.620" v="93" actId="20577"/>
          <ac:spMkLst>
            <pc:docMk/>
            <pc:sldMk cId="203536073" sldId="295"/>
            <ac:spMk id="5" creationId="{00D5599C-F27A-985B-0D0A-BFDAB1066500}"/>
          </ac:spMkLst>
        </pc:spChg>
      </pc:sldChg>
      <pc:sldChg chg="modSp">
        <pc:chgData name="ITALO BEZERRA DE SOUSA" userId="S::italo.sousa18@etec.sp.gov.br::1ecf03a0-ef98-4e88-85ea-d501b59bd206" providerId="AD" clId="Web-{ADD99075-BA08-401D-773C-B2C8585E213F}" dt="2025-10-02T23:02:59.215" v="77" actId="1076"/>
        <pc:sldMkLst>
          <pc:docMk/>
          <pc:sldMk cId="1442536310" sldId="296"/>
        </pc:sldMkLst>
        <pc:spChg chg="mod">
          <ac:chgData name="ITALO BEZERRA DE SOUSA" userId="S::italo.sousa18@etec.sp.gov.br::1ecf03a0-ef98-4e88-85ea-d501b59bd206" providerId="AD" clId="Web-{ADD99075-BA08-401D-773C-B2C8585E213F}" dt="2025-10-02T23:02:59.215" v="77" actId="1076"/>
          <ac:spMkLst>
            <pc:docMk/>
            <pc:sldMk cId="1442536310" sldId="296"/>
            <ac:spMk id="5" creationId="{00D5599C-F27A-985B-0D0A-BFDAB1066500}"/>
          </ac:spMkLst>
        </pc:spChg>
      </pc:sldChg>
    </pc:docChg>
  </pc:docChgLst>
  <pc:docChgLst>
    <pc:chgData name="PEDRO BRAGA BILLAFRANCA" userId="S::pedro.billafranca@etec.sp.gov.br::f9c82eb0-f3d5-431a-b552-c5dc75fad500" providerId="AD" clId="Web-{A0F543B5-3AC0-78DD-1728-1B24C0A127A4}"/>
    <pc:docChg chg="modSld sldOrd">
      <pc:chgData name="PEDRO BRAGA BILLAFRANCA" userId="S::pedro.billafranca@etec.sp.gov.br::f9c82eb0-f3d5-431a-b552-c5dc75fad500" providerId="AD" clId="Web-{A0F543B5-3AC0-78DD-1728-1B24C0A127A4}" dt="2025-10-02T23:59:17.829" v="177" actId="20577"/>
      <pc:docMkLst>
        <pc:docMk/>
      </pc:docMkLst>
      <pc:sldChg chg="modSp">
        <pc:chgData name="PEDRO BRAGA BILLAFRANCA" userId="S::pedro.billafranca@etec.sp.gov.br::f9c82eb0-f3d5-431a-b552-c5dc75fad500" providerId="AD" clId="Web-{A0F543B5-3AC0-78DD-1728-1B24C0A127A4}" dt="2025-10-02T23:58:45.594" v="174" actId="20577"/>
        <pc:sldMkLst>
          <pc:docMk/>
          <pc:sldMk cId="506761459" sldId="256"/>
        </pc:sldMkLst>
        <pc:spChg chg="mod">
          <ac:chgData name="PEDRO BRAGA BILLAFRANCA" userId="S::pedro.billafranca@etec.sp.gov.br::f9c82eb0-f3d5-431a-b552-c5dc75fad500" providerId="AD" clId="Web-{A0F543B5-3AC0-78DD-1728-1B24C0A127A4}" dt="2025-10-02T23:58:45.594" v="174" actId="20577"/>
          <ac:spMkLst>
            <pc:docMk/>
            <pc:sldMk cId="506761459" sldId="256"/>
            <ac:spMk id="3" creationId="{00000000-0000-0000-0000-000000000000}"/>
          </ac:spMkLst>
        </pc:spChg>
      </pc:sldChg>
      <pc:sldChg chg="modSp">
        <pc:chgData name="PEDRO BRAGA BILLAFRANCA" userId="S::pedro.billafranca@etec.sp.gov.br::f9c82eb0-f3d5-431a-b552-c5dc75fad500" providerId="AD" clId="Web-{A0F543B5-3AC0-78DD-1728-1B24C0A127A4}" dt="2025-10-02T22:19:30.771" v="76" actId="20577"/>
        <pc:sldMkLst>
          <pc:docMk/>
          <pc:sldMk cId="4272820099" sldId="280"/>
        </pc:sldMkLst>
        <pc:spChg chg="mod">
          <ac:chgData name="PEDRO BRAGA BILLAFRANCA" userId="S::pedro.billafranca@etec.sp.gov.br::f9c82eb0-f3d5-431a-b552-c5dc75fad500" providerId="AD" clId="Web-{A0F543B5-3AC0-78DD-1728-1B24C0A127A4}" dt="2025-10-02T22:19:30.771" v="76" actId="20577"/>
          <ac:spMkLst>
            <pc:docMk/>
            <pc:sldMk cId="4272820099" sldId="280"/>
            <ac:spMk id="4" creationId="{49246EFC-B76B-4F23-B7D8-9CEB9EDD4763}"/>
          </ac:spMkLst>
        </pc:spChg>
      </pc:sldChg>
      <pc:sldChg chg="modSp">
        <pc:chgData name="PEDRO BRAGA BILLAFRANCA" userId="S::pedro.billafranca@etec.sp.gov.br::f9c82eb0-f3d5-431a-b552-c5dc75fad500" providerId="AD" clId="Web-{A0F543B5-3AC0-78DD-1728-1B24C0A127A4}" dt="2025-10-02T23:59:17.829" v="177" actId="20577"/>
        <pc:sldMkLst>
          <pc:docMk/>
          <pc:sldMk cId="2110303749" sldId="281"/>
        </pc:sldMkLst>
        <pc:spChg chg="mod">
          <ac:chgData name="PEDRO BRAGA BILLAFRANCA" userId="S::pedro.billafranca@etec.sp.gov.br::f9c82eb0-f3d5-431a-b552-c5dc75fad500" providerId="AD" clId="Web-{A0F543B5-3AC0-78DD-1728-1B24C0A127A4}" dt="2025-10-02T23:59:17.829" v="177" actId="20577"/>
          <ac:spMkLst>
            <pc:docMk/>
            <pc:sldMk cId="2110303749" sldId="281"/>
            <ac:spMk id="5" creationId="{E3267D9C-182E-5F94-2C06-BCBD4BA751EE}"/>
          </ac:spMkLst>
        </pc:spChg>
      </pc:sldChg>
      <pc:sldChg chg="modSp">
        <pc:chgData name="PEDRO BRAGA BILLAFRANCA" userId="S::pedro.billafranca@etec.sp.gov.br::f9c82eb0-f3d5-431a-b552-c5dc75fad500" providerId="AD" clId="Web-{A0F543B5-3AC0-78DD-1728-1B24C0A127A4}" dt="2025-10-02T22:58:40.767" v="171" actId="20577"/>
        <pc:sldMkLst>
          <pc:docMk/>
          <pc:sldMk cId="3190719341" sldId="283"/>
        </pc:sldMkLst>
        <pc:spChg chg="mod">
          <ac:chgData name="PEDRO BRAGA BILLAFRANCA" userId="S::pedro.billafranca@etec.sp.gov.br::f9c82eb0-f3d5-431a-b552-c5dc75fad500" providerId="AD" clId="Web-{A0F543B5-3AC0-78DD-1728-1B24C0A127A4}" dt="2025-10-02T22:58:40.767" v="171" actId="20577"/>
          <ac:spMkLst>
            <pc:docMk/>
            <pc:sldMk cId="3190719341" sldId="283"/>
            <ac:spMk id="5" creationId="{68EA1406-9D0A-F316-CA4B-D6FA46DEDD20}"/>
          </ac:spMkLst>
        </pc:spChg>
      </pc:sldChg>
      <pc:sldChg chg="modSp">
        <pc:chgData name="PEDRO BRAGA BILLAFRANCA" userId="S::pedro.billafranca@etec.sp.gov.br::f9c82eb0-f3d5-431a-b552-c5dc75fad500" providerId="AD" clId="Web-{A0F543B5-3AC0-78DD-1728-1B24C0A127A4}" dt="2025-10-02T22:50:11.304" v="126" actId="14100"/>
        <pc:sldMkLst>
          <pc:docMk/>
          <pc:sldMk cId="1718786928" sldId="284"/>
        </pc:sldMkLst>
        <pc:spChg chg="mod">
          <ac:chgData name="PEDRO BRAGA BILLAFRANCA" userId="S::pedro.billafranca@etec.sp.gov.br::f9c82eb0-f3d5-431a-b552-c5dc75fad500" providerId="AD" clId="Web-{A0F543B5-3AC0-78DD-1728-1B24C0A127A4}" dt="2025-10-02T22:50:11.304" v="126" actId="14100"/>
          <ac:spMkLst>
            <pc:docMk/>
            <pc:sldMk cId="1718786928" sldId="284"/>
            <ac:spMk id="5" creationId="{68EA1406-9D0A-F316-CA4B-D6FA46DEDD20}"/>
          </ac:spMkLst>
        </pc:spChg>
      </pc:sldChg>
      <pc:sldChg chg="modSp">
        <pc:chgData name="PEDRO BRAGA BILLAFRANCA" userId="S::pedro.billafranca@etec.sp.gov.br::f9c82eb0-f3d5-431a-b552-c5dc75fad500" providerId="AD" clId="Web-{A0F543B5-3AC0-78DD-1728-1B24C0A127A4}" dt="2025-10-02T22:50:50.745" v="131" actId="20577"/>
        <pc:sldMkLst>
          <pc:docMk/>
          <pc:sldMk cId="2257803577" sldId="285"/>
        </pc:sldMkLst>
        <pc:spChg chg="mod">
          <ac:chgData name="PEDRO BRAGA BILLAFRANCA" userId="S::pedro.billafranca@etec.sp.gov.br::f9c82eb0-f3d5-431a-b552-c5dc75fad500" providerId="AD" clId="Web-{A0F543B5-3AC0-78DD-1728-1B24C0A127A4}" dt="2025-10-02T22:50:50.745" v="131" actId="20577"/>
          <ac:spMkLst>
            <pc:docMk/>
            <pc:sldMk cId="2257803577" sldId="285"/>
            <ac:spMk id="4" creationId="{AB0CC641-942F-A979-7A76-A06B319BECB6}"/>
          </ac:spMkLst>
        </pc:spChg>
      </pc:sldChg>
      <pc:sldChg chg="modSp">
        <pc:chgData name="PEDRO BRAGA BILLAFRANCA" userId="S::pedro.billafranca@etec.sp.gov.br::f9c82eb0-f3d5-431a-b552-c5dc75fad500" providerId="AD" clId="Web-{A0F543B5-3AC0-78DD-1728-1B24C0A127A4}" dt="2025-10-02T22:51:02.746" v="133" actId="20577"/>
        <pc:sldMkLst>
          <pc:docMk/>
          <pc:sldMk cId="48551228" sldId="286"/>
        </pc:sldMkLst>
        <pc:spChg chg="mod">
          <ac:chgData name="PEDRO BRAGA BILLAFRANCA" userId="S::pedro.billafranca@etec.sp.gov.br::f9c82eb0-f3d5-431a-b552-c5dc75fad500" providerId="AD" clId="Web-{A0F543B5-3AC0-78DD-1728-1B24C0A127A4}" dt="2025-10-02T22:51:02.746" v="133" actId="20577"/>
          <ac:spMkLst>
            <pc:docMk/>
            <pc:sldMk cId="48551228" sldId="286"/>
            <ac:spMk id="5" creationId="{00D5599C-F27A-985B-0D0A-BFDAB1066500}"/>
          </ac:spMkLst>
        </pc:spChg>
      </pc:sldChg>
      <pc:sldChg chg="modSp">
        <pc:chgData name="PEDRO BRAGA BILLAFRANCA" userId="S::pedro.billafranca@etec.sp.gov.br::f9c82eb0-f3d5-431a-b552-c5dc75fad500" providerId="AD" clId="Web-{A0F543B5-3AC0-78DD-1728-1B24C0A127A4}" dt="2025-10-02T23:31:40.302" v="173" actId="20577"/>
        <pc:sldMkLst>
          <pc:docMk/>
          <pc:sldMk cId="1508338242" sldId="288"/>
        </pc:sldMkLst>
        <pc:spChg chg="mod">
          <ac:chgData name="PEDRO BRAGA BILLAFRANCA" userId="S::pedro.billafranca@etec.sp.gov.br::f9c82eb0-f3d5-431a-b552-c5dc75fad500" providerId="AD" clId="Web-{A0F543B5-3AC0-78DD-1728-1B24C0A127A4}" dt="2025-10-02T23:31:40.302" v="173" actId="20577"/>
          <ac:spMkLst>
            <pc:docMk/>
            <pc:sldMk cId="1508338242" sldId="288"/>
            <ac:spMk id="5" creationId="{00D5599C-F27A-985B-0D0A-BFDAB1066500}"/>
          </ac:spMkLst>
        </pc:spChg>
      </pc:sldChg>
      <pc:sldChg chg="modSp">
        <pc:chgData name="PEDRO BRAGA BILLAFRANCA" userId="S::pedro.billafranca@etec.sp.gov.br::f9c82eb0-f3d5-431a-b552-c5dc75fad500" providerId="AD" clId="Web-{A0F543B5-3AC0-78DD-1728-1B24C0A127A4}" dt="2025-10-02T22:45:36.100" v="105" actId="20577"/>
        <pc:sldMkLst>
          <pc:docMk/>
          <pc:sldMk cId="2504563350" sldId="289"/>
        </pc:sldMkLst>
        <pc:spChg chg="mod">
          <ac:chgData name="PEDRO BRAGA BILLAFRANCA" userId="S::pedro.billafranca@etec.sp.gov.br::f9c82eb0-f3d5-431a-b552-c5dc75fad500" providerId="AD" clId="Web-{A0F543B5-3AC0-78DD-1728-1B24C0A127A4}" dt="2025-10-02T22:45:36.100" v="105" actId="20577"/>
          <ac:spMkLst>
            <pc:docMk/>
            <pc:sldMk cId="2504563350" sldId="289"/>
            <ac:spMk id="5" creationId="{00D5599C-F27A-985B-0D0A-BFDAB1066500}"/>
          </ac:spMkLst>
        </pc:spChg>
      </pc:sldChg>
      <pc:sldChg chg="modSp">
        <pc:chgData name="PEDRO BRAGA BILLAFRANCA" userId="S::pedro.billafranca@etec.sp.gov.br::f9c82eb0-f3d5-431a-b552-c5dc75fad500" providerId="AD" clId="Web-{A0F543B5-3AC0-78DD-1728-1B24C0A127A4}" dt="2025-10-02T22:12:19.977" v="43" actId="20577"/>
        <pc:sldMkLst>
          <pc:docMk/>
          <pc:sldMk cId="3881572130" sldId="290"/>
        </pc:sldMkLst>
        <pc:spChg chg="mod">
          <ac:chgData name="PEDRO BRAGA BILLAFRANCA" userId="S::pedro.billafranca@etec.sp.gov.br::f9c82eb0-f3d5-431a-b552-c5dc75fad500" providerId="AD" clId="Web-{A0F543B5-3AC0-78DD-1728-1B24C0A127A4}" dt="2025-10-02T22:12:19.977" v="43" actId="20577"/>
          <ac:spMkLst>
            <pc:docMk/>
            <pc:sldMk cId="3881572130" sldId="290"/>
            <ac:spMk id="5" creationId="{00D5599C-F27A-985B-0D0A-BFDAB1066500}"/>
          </ac:spMkLst>
        </pc:spChg>
      </pc:sldChg>
      <pc:sldChg chg="modSp">
        <pc:chgData name="PEDRO BRAGA BILLAFRANCA" userId="S::pedro.billafranca@etec.sp.gov.br::f9c82eb0-f3d5-431a-b552-c5dc75fad500" providerId="AD" clId="Web-{A0F543B5-3AC0-78DD-1728-1B24C0A127A4}" dt="2025-10-02T22:13:01.743" v="49" actId="20577"/>
        <pc:sldMkLst>
          <pc:docMk/>
          <pc:sldMk cId="3277728687" sldId="291"/>
        </pc:sldMkLst>
        <pc:spChg chg="mod">
          <ac:chgData name="PEDRO BRAGA BILLAFRANCA" userId="S::pedro.billafranca@etec.sp.gov.br::f9c82eb0-f3d5-431a-b552-c5dc75fad500" providerId="AD" clId="Web-{A0F543B5-3AC0-78DD-1728-1B24C0A127A4}" dt="2025-10-02T22:13:01.743" v="49" actId="20577"/>
          <ac:spMkLst>
            <pc:docMk/>
            <pc:sldMk cId="3277728687" sldId="291"/>
            <ac:spMk id="4" creationId="{01BDD856-64F1-4001-ADA4-82E7E53FA5E1}"/>
          </ac:spMkLst>
        </pc:spChg>
      </pc:sldChg>
      <pc:sldChg chg="ord">
        <pc:chgData name="PEDRO BRAGA BILLAFRANCA" userId="S::pedro.billafranca@etec.sp.gov.br::f9c82eb0-f3d5-431a-b552-c5dc75fad500" providerId="AD" clId="Web-{A0F543B5-3AC0-78DD-1728-1B24C0A127A4}" dt="2025-10-02T22:04:04.481" v="1"/>
        <pc:sldMkLst>
          <pc:docMk/>
          <pc:sldMk cId="2276910332" sldId="292"/>
        </pc:sldMkLst>
      </pc:sldChg>
      <pc:sldChg chg="modSp">
        <pc:chgData name="PEDRO BRAGA BILLAFRANCA" userId="S::pedro.billafranca@etec.sp.gov.br::f9c82eb0-f3d5-431a-b552-c5dc75fad500" providerId="AD" clId="Web-{A0F543B5-3AC0-78DD-1728-1B24C0A127A4}" dt="2025-10-02T22:53:47.647" v="157" actId="20577"/>
        <pc:sldMkLst>
          <pc:docMk/>
          <pc:sldMk cId="747848426" sldId="293"/>
        </pc:sldMkLst>
        <pc:spChg chg="mod">
          <ac:chgData name="PEDRO BRAGA BILLAFRANCA" userId="S::pedro.billafranca@etec.sp.gov.br::f9c82eb0-f3d5-431a-b552-c5dc75fad500" providerId="AD" clId="Web-{A0F543B5-3AC0-78DD-1728-1B24C0A127A4}" dt="2025-10-02T22:53:47.647" v="157" actId="20577"/>
          <ac:spMkLst>
            <pc:docMk/>
            <pc:sldMk cId="747848426" sldId="293"/>
            <ac:spMk id="5" creationId="{00D5599C-F27A-985B-0D0A-BFDAB1066500}"/>
          </ac:spMkLst>
        </pc:spChg>
      </pc:sldChg>
      <pc:sldChg chg="modSp">
        <pc:chgData name="PEDRO BRAGA BILLAFRANCA" userId="S::pedro.billafranca@etec.sp.gov.br::f9c82eb0-f3d5-431a-b552-c5dc75fad500" providerId="AD" clId="Web-{A0F543B5-3AC0-78DD-1728-1B24C0A127A4}" dt="2025-10-02T22:51:21.482" v="134" actId="20577"/>
        <pc:sldMkLst>
          <pc:docMk/>
          <pc:sldMk cId="203536073" sldId="295"/>
        </pc:sldMkLst>
        <pc:spChg chg="mod">
          <ac:chgData name="PEDRO BRAGA BILLAFRANCA" userId="S::pedro.billafranca@etec.sp.gov.br::f9c82eb0-f3d5-431a-b552-c5dc75fad500" providerId="AD" clId="Web-{A0F543B5-3AC0-78DD-1728-1B24C0A127A4}" dt="2025-10-02T22:51:21.482" v="134" actId="20577"/>
          <ac:spMkLst>
            <pc:docMk/>
            <pc:sldMk cId="203536073" sldId="295"/>
            <ac:spMk id="5" creationId="{00D5599C-F27A-985B-0D0A-BFDAB1066500}"/>
          </ac:spMkLst>
        </pc:spChg>
      </pc:sldChg>
      <pc:sldChg chg="modSp">
        <pc:chgData name="PEDRO BRAGA BILLAFRANCA" userId="S::pedro.billafranca@etec.sp.gov.br::f9c82eb0-f3d5-431a-b552-c5dc75fad500" providerId="AD" clId="Web-{A0F543B5-3AC0-78DD-1728-1B24C0A127A4}" dt="2025-10-02T22:52:57.769" v="153" actId="20577"/>
        <pc:sldMkLst>
          <pc:docMk/>
          <pc:sldMk cId="1442536310" sldId="296"/>
        </pc:sldMkLst>
        <pc:spChg chg="mod">
          <ac:chgData name="PEDRO BRAGA BILLAFRANCA" userId="S::pedro.billafranca@etec.sp.gov.br::f9c82eb0-f3d5-431a-b552-c5dc75fad500" providerId="AD" clId="Web-{A0F543B5-3AC0-78DD-1728-1B24C0A127A4}" dt="2025-10-02T22:52:57.769" v="153" actId="20577"/>
          <ac:spMkLst>
            <pc:docMk/>
            <pc:sldMk cId="1442536310" sldId="296"/>
            <ac:spMk id="5" creationId="{00D5599C-F27A-985B-0D0A-BFDAB10665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981B7D-53F6-4039-A8FA-44779F95F4C7}" type="datetime1">
              <a:rPr lang="pt-BR" smtClean="0"/>
              <a:t>10/03/2026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4360E59-1627-4404-ACC5-51C744AB0F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FD1732DB-6DE7-4ED0-8D58-5BB99683AAF5}" type="datetime1">
              <a:rPr lang="pt-BR" noProof="0" smtClean="0"/>
              <a:t>10/03/2026</a:t>
            </a:fld>
            <a:endParaRPr lang="pt-BR" noProof="0"/>
          </a:p>
        </p:txBody>
      </p:sp>
      <p:sp>
        <p:nvSpPr>
          <p:cNvPr id="4" name="Espaço reservado para 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841221E5-7225-48EB-A4EE-420E7BFCF70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436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2319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7450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96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1540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5624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959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5008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0" name="Retângulo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1" name="Retângulo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2" name="Retângulo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cxnSp>
        <p:nvCxnSpPr>
          <p:cNvPr id="13" name="Conector reto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cxnSp>
        <p:nvCxnSpPr>
          <p:cNvPr id="15" name="Conector reto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 rtlCol="0">
            <a:noAutofit/>
          </a:bodyPr>
          <a:lstStyle>
            <a:lvl1pPr>
              <a:defRPr sz="540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8CF9E3DC-7299-4B05-809A-5B49B2FE7AF9}" type="datetime1">
              <a:rPr lang="pt-BR" noProof="0" smtClean="0"/>
              <a:t>10/03/2026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83CAA7E-3E75-44C8-A2C7-4C05D52B2FA1}" type="datetime1">
              <a:rPr lang="pt-BR" noProof="0" smtClean="0"/>
              <a:t>10/03/2026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0" name="Retângulo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4" name="Retângulo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1" name="Retângulo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cxnSp>
        <p:nvCxnSpPr>
          <p:cNvPr id="22" name="Conector reto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/>
          </a:p>
        </p:txBody>
      </p:sp>
      <p:cxnSp>
        <p:nvCxnSpPr>
          <p:cNvPr id="23" name="Conector reto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7" name="Retângulo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8" name="Retângulo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9" name="Retângulo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30" name="Retângulo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cxnSp>
        <p:nvCxnSpPr>
          <p:cNvPr id="31" name="Conector reto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cxnSp>
        <p:nvCxnSpPr>
          <p:cNvPr id="33" name="Conector reto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rtlCol="0" anchor="b">
            <a:normAutofit/>
          </a:bodyPr>
          <a:lstStyle>
            <a:lvl1pPr algn="l">
              <a:defRPr sz="5400" b="0" cap="none" baseline="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8CF2E68F-F985-4986-B024-0FC8C7AE2C1B}" type="datetime1">
              <a:rPr lang="pt-BR" noProof="0" smtClean="0"/>
              <a:t>10/03/2026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DA4F2-6A33-4AC7-8E78-BF93E4CA2325}" type="datetime1">
              <a:rPr lang="pt-BR" noProof="0" smtClean="0"/>
              <a:t>10/03/2026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FECF235-9052-434D-9210-E5F733C07A25}" type="datetime1">
              <a:rPr lang="pt-BR" noProof="0" smtClean="0"/>
              <a:t>10/03/2026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301FB55-4A16-41A5-BB72-289DDF81266B}" type="datetime1">
              <a:rPr lang="pt-BR" noProof="0" smtClean="0"/>
              <a:t>10/03/2026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6" name="Retângulo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cxnSp>
        <p:nvCxnSpPr>
          <p:cNvPr id="7" name="Conector reto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E0E9FA-B55D-4813-98B8-D8C2B1295A53}" type="datetime1">
              <a:rPr lang="pt-BR" noProof="0" smtClean="0"/>
              <a:t>10/03/2026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cxnSp>
        <p:nvCxnSpPr>
          <p:cNvPr id="10" name="Conector reto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8E7951-E498-47D1-BE16-2C63407A06A1}" type="datetime1">
              <a:rPr lang="pt-BR" noProof="0" smtClean="0"/>
              <a:t>10/03/2026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8" name="Retângulo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 rtlCol="0"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B6D5139B-774C-4260-8335-315AD6FC9ED3}" type="datetime1">
              <a:rPr lang="pt-BR" noProof="0" smtClean="0"/>
              <a:t>10/03/2026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Equipe_04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cxnSp>
        <p:nvCxnSpPr>
          <p:cNvPr id="10" name="Conector reto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AAB6E8-DECC-4374-9E89-4B608ECFE3D5}" type="datetime1">
              <a:rPr lang="pt-BR" noProof="0" smtClean="0"/>
              <a:t>10/03/2026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8" name="Retângulo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0" name="Retângulo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cxnSp>
        <p:nvCxnSpPr>
          <p:cNvPr id="11" name="Conector reto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/>
          </a:p>
        </p:txBody>
      </p:sp>
      <p:cxnSp>
        <p:nvCxnSpPr>
          <p:cNvPr id="14" name="Conector reto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EE400E-D093-4D95-9BEC-411F2E346232}" type="datetime1">
              <a:rPr lang="pt-BR" noProof="0" smtClean="0"/>
              <a:t>10/03/2026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8" name="Retângulo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3" name="Retângulo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cxnSp>
        <p:nvCxnSpPr>
          <p:cNvPr id="14" name="Conector reto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/>
          </a:p>
        </p:txBody>
      </p:sp>
      <p:cxnSp>
        <p:nvCxnSpPr>
          <p:cNvPr id="16" name="Conector reto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fld id="{20DFF7A9-BA36-411E-AE0E-59A71496C0E4}" type="datetime1">
              <a:rPr lang="pt-BR" noProof="0" smtClean="0"/>
              <a:t>10/03/2026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Grupo_03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</a:t>
            </a:fld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3855225" y="1533837"/>
            <a:ext cx="4478367" cy="1084024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pt-BR" sz="4000" dirty="0"/>
              <a:t>Topologia de Redes.</a:t>
            </a:r>
            <a:br>
              <a:rPr lang="pt-BR" sz="4000" dirty="0"/>
            </a:br>
            <a:r>
              <a:rPr lang="pt-BR" sz="4000" dirty="0"/>
              <a:t>Anel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3907221" y="2762998"/>
            <a:ext cx="4374374" cy="5953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rtl="0">
              <a:buNone/>
            </a:pPr>
            <a:r>
              <a:rPr lang="pt-BR" sz="2400" dirty="0"/>
              <a:t>Desenvolvimento de Sistemas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E773F132-2576-42A4-A8E2-E8C85095DDF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2FDEB2B5-B9EA-C075-0877-C27473274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0" name="Imagem 9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4D00AAF-7372-1224-7834-8FDBA2C4F9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01D09122-4620-3F1A-69C8-80D230244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3" name="Fluxograma: Processo 12">
              <a:extLst>
                <a:ext uri="{FF2B5EF4-FFF2-40B4-BE49-F238E27FC236}">
                  <a16:creationId xmlns:a16="http://schemas.microsoft.com/office/drawing/2014/main" id="{0E915286-BE23-4956-88DA-86EBF808B417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Fluxograma: Processo 13">
              <a:extLst>
                <a:ext uri="{FF2B5EF4-FFF2-40B4-BE49-F238E27FC236}">
                  <a16:creationId xmlns:a16="http://schemas.microsoft.com/office/drawing/2014/main" id="{CB6A7877-8226-4B47-9164-83522AFE2D9C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Fluxograma: Processo 14">
              <a:extLst>
                <a:ext uri="{FF2B5EF4-FFF2-40B4-BE49-F238E27FC236}">
                  <a16:creationId xmlns:a16="http://schemas.microsoft.com/office/drawing/2014/main" id="{C29B5421-EFEC-4C19-81A5-CAB27AB8C37A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2706C8D7-6B07-85DE-639A-7F80FEA62C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342" y="3776519"/>
            <a:ext cx="2092139" cy="2092139"/>
          </a:xfrm>
          <a:prstGeom prst="rect">
            <a:avLst/>
          </a:prstGeom>
        </p:spPr>
      </p:pic>
      <p:sp>
        <p:nvSpPr>
          <p:cNvPr id="17" name="Espaço reservado para conteúdo 13">
            <a:extLst>
              <a:ext uri="{FF2B5EF4-FFF2-40B4-BE49-F238E27FC236}">
                <a16:creationId xmlns:a16="http://schemas.microsoft.com/office/drawing/2014/main" id="{C20286F7-532F-EB8F-9E02-354B6C46A8C5}"/>
              </a:ext>
            </a:extLst>
          </p:cNvPr>
          <p:cNvSpPr txBox="1">
            <a:spLocks/>
          </p:cNvSpPr>
          <p:nvPr/>
        </p:nvSpPr>
        <p:spPr>
          <a:xfrm>
            <a:off x="5518410" y="6013795"/>
            <a:ext cx="1152001" cy="197419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1100" dirty="0"/>
              <a:t>Fonte: </a:t>
            </a:r>
            <a:r>
              <a:rPr lang="pt-BR" sz="1100" dirty="0" err="1"/>
              <a:t>Flaticon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dirty="0"/>
              <a:t>GRUPO_03</a:t>
            </a:r>
            <a:endParaRPr lang="pt-BR" noProof="0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</a:t>
            </a:fld>
            <a:endParaRPr lang="pt-BR" noProof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514D7A4-9A04-43AB-AD03-868BD45DCCF2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Topologia de Redes (Anel)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AC38096E-FFB0-4096-B718-5B106E0333EE}"/>
              </a:ext>
            </a:extLst>
          </p:cNvPr>
          <p:cNvSpPr txBox="1">
            <a:spLocks/>
          </p:cNvSpPr>
          <p:nvPr/>
        </p:nvSpPr>
        <p:spPr>
          <a:xfrm>
            <a:off x="1053852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A97FB09-1084-4F0F-803A-2D806B2CEBE9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D13102-6025-47F5-B0E3-8AA22C45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D3CCA74-9EB9-45A6-82E7-C6D133929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6FB451F-AAAA-4CC2-A23A-20EBF3FC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396D40AF-A43F-48E1-A329-DA9B0CC8B35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465F844C-49EC-4E27-9085-12E7654109C1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A8007038-1DB0-49B4-98E3-5989F3E512D2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Espaço reservado para conteúdo 13">
            <a:extLst>
              <a:ext uri="{FF2B5EF4-FFF2-40B4-BE49-F238E27FC236}">
                <a16:creationId xmlns:a16="http://schemas.microsoft.com/office/drawing/2014/main" id="{E3267D9C-182E-5F94-2C06-BCBD4BA751EE}"/>
              </a:ext>
            </a:extLst>
          </p:cNvPr>
          <p:cNvSpPr txBox="1">
            <a:spLocks/>
          </p:cNvSpPr>
          <p:nvPr/>
        </p:nvSpPr>
        <p:spPr>
          <a:xfrm>
            <a:off x="1250277" y="3616817"/>
            <a:ext cx="3659090" cy="1792779"/>
          </a:xfrm>
          <a:prstGeom prst="rect">
            <a:avLst/>
          </a:prstGeom>
        </p:spPr>
        <p:txBody>
          <a:bodyPr lIns="91440" tIns="45720" rIns="91440" bIns="45720" rtlCol="0" anchor="t">
            <a:normAutofit/>
          </a:bodyPr>
          <a:lstStyle>
            <a:defPPr rtl="0"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2000" dirty="0"/>
              <a:t>Grupo_3:</a:t>
            </a:r>
          </a:p>
          <a:p>
            <a:pPr marL="246380" indent="-246380"/>
            <a:r>
              <a:rPr lang="pt-BR" sz="1400" dirty="0"/>
              <a:t>- Pedro Braga </a:t>
            </a:r>
            <a:r>
              <a:rPr lang="pt-BR" sz="1400" dirty="0" err="1"/>
              <a:t>Billafranca</a:t>
            </a:r>
            <a:endParaRPr lang="pt-BR" sz="1400" dirty="0"/>
          </a:p>
          <a:p>
            <a:pPr marL="246380" indent="-246380"/>
            <a:r>
              <a:rPr lang="pt-BR" sz="1400" dirty="0"/>
              <a:t>- </a:t>
            </a:r>
            <a:r>
              <a:rPr lang="pt-BR" sz="1400" dirty="0" err="1"/>
              <a:t>Italo</a:t>
            </a:r>
            <a:r>
              <a:rPr lang="pt-BR" sz="1400" dirty="0"/>
              <a:t> Bezerra de Souza</a:t>
            </a:r>
          </a:p>
          <a:p>
            <a:pPr marL="246380" indent="-246380"/>
            <a:r>
              <a:rPr lang="pt-BR" sz="1400" dirty="0"/>
              <a:t>- Lucas Guimarães dos Santos</a:t>
            </a:r>
          </a:p>
          <a:p>
            <a:pPr marL="0" indent="0" rtl="0">
              <a:buNone/>
            </a:pPr>
            <a:r>
              <a:rPr lang="pt-BR" sz="1400" dirty="0"/>
              <a:t>- Raí de </a:t>
            </a:r>
            <a:r>
              <a:rPr lang="pt-BR" sz="1400" dirty="0" err="1"/>
              <a:t>Vicêncio</a:t>
            </a:r>
            <a:r>
              <a:rPr lang="pt-BR" sz="1400" dirty="0"/>
              <a:t> Meneghini</a:t>
            </a:r>
          </a:p>
          <a:p>
            <a:pPr marL="0" indent="0" rtl="0">
              <a:buNone/>
            </a:pPr>
            <a:r>
              <a:rPr lang="pt-BR" sz="1400" dirty="0"/>
              <a:t>- Flavio Henrique da Costa Silva</a:t>
            </a:r>
          </a:p>
          <a:p>
            <a:pPr marL="246380" indent="-246380"/>
            <a:endParaRPr lang="pt-BR" sz="1800" dirty="0"/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AC5AEF17-B602-3D0F-528F-E5A38682A2D4}"/>
              </a:ext>
            </a:extLst>
          </p:cNvPr>
          <p:cNvSpPr txBox="1">
            <a:spLocks/>
          </p:cNvSpPr>
          <p:nvPr/>
        </p:nvSpPr>
        <p:spPr>
          <a:xfrm>
            <a:off x="1250277" y="2402416"/>
            <a:ext cx="3659090" cy="1792779"/>
          </a:xfrm>
          <a:prstGeom prst="rect">
            <a:avLst/>
          </a:prstGeom>
        </p:spPr>
        <p:txBody>
          <a:bodyPr lIns="91440" tIns="45720" rIns="91440" bIns="45720" rtlCol="0" anchor="t">
            <a:normAutofit/>
          </a:bodyPr>
          <a:lstStyle>
            <a:defPPr rtl="0"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2000" dirty="0"/>
              <a:t>Professor Orientador.</a:t>
            </a:r>
          </a:p>
          <a:p>
            <a:pPr marL="246380" indent="-246380"/>
            <a:r>
              <a:rPr lang="pt-BR" sz="1400" dirty="0"/>
              <a:t>- José Rubens Ferreira</a:t>
            </a:r>
          </a:p>
          <a:p>
            <a:pPr marL="246380" indent="-246380"/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25780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dirty="0"/>
              <a:t>GRUPO_03</a:t>
            </a:r>
            <a:endParaRPr lang="pt-BR" noProof="0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</a:t>
            </a:fld>
            <a:endParaRPr lang="pt-BR" noProof="0"/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AB0CC641-942F-A979-7A76-A06B319BECB6}"/>
              </a:ext>
            </a:extLst>
          </p:cNvPr>
          <p:cNvSpPr txBox="1">
            <a:spLocks/>
          </p:cNvSpPr>
          <p:nvPr/>
        </p:nvSpPr>
        <p:spPr>
          <a:xfrm>
            <a:off x="1053852" y="2101339"/>
            <a:ext cx="4587996" cy="340109"/>
          </a:xfrm>
          <a:prstGeom prst="rect">
            <a:avLst/>
          </a:prstGeom>
        </p:spPr>
        <p:txBody>
          <a:bodyPr lIns="91440" tIns="45720" rIns="91440" bIns="45720" rtlCol="0" anchor="t">
            <a:normAutofit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2000" b="1" dirty="0"/>
              <a:t>O que é Topologia de Redes de Anel?</a:t>
            </a:r>
            <a:endParaRPr lang="pt-BR" sz="1600" dirty="0"/>
          </a:p>
          <a:p>
            <a:pPr marL="0" indent="0">
              <a:buNone/>
            </a:pPr>
            <a:endParaRPr lang="pt-BR" sz="1600" dirty="0">
              <a:latin typeface="Euphemia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514D7A4-9A04-43AB-AD03-868BD45DCCF2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Topologia de Redes (Anel)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AC38096E-FFB0-4096-B718-5B106E0333EE}"/>
              </a:ext>
            </a:extLst>
          </p:cNvPr>
          <p:cNvSpPr txBox="1">
            <a:spLocks/>
          </p:cNvSpPr>
          <p:nvPr/>
        </p:nvSpPr>
        <p:spPr>
          <a:xfrm>
            <a:off x="1053852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A97FB09-1084-4F0F-803A-2D806B2CEBE9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D13102-6025-47F5-B0E3-8AA22C45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D3CCA74-9EB9-45A6-82E7-C6D133929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6FB451F-AAAA-4CC2-A23A-20EBF3FC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396D40AF-A43F-48E1-A329-DA9B0CC8B35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465F844C-49EC-4E27-9085-12E7654109C1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A8007038-1DB0-49B4-98E3-5989F3E512D2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998AC609-AECE-DDCF-33CC-872A8CE937DF}"/>
              </a:ext>
            </a:extLst>
          </p:cNvPr>
          <p:cNvSpPr txBox="1">
            <a:spLocks/>
          </p:cNvSpPr>
          <p:nvPr/>
        </p:nvSpPr>
        <p:spPr>
          <a:xfrm>
            <a:off x="1053852" y="2634706"/>
            <a:ext cx="6004174" cy="2933990"/>
          </a:xfrm>
          <a:prstGeom prst="rect">
            <a:avLst/>
          </a:prstGeom>
        </p:spPr>
        <p:txBody>
          <a:bodyPr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1400" dirty="0">
                <a:latin typeface="gg sans"/>
              </a:rPr>
              <a:t>   A</a:t>
            </a:r>
            <a:r>
              <a:rPr lang="pt-BR" sz="1400" b="0" i="0" dirty="0">
                <a:effectLst/>
                <a:latin typeface="gg sans"/>
              </a:rPr>
              <a:t> </a:t>
            </a:r>
            <a:r>
              <a:rPr lang="pt-BR" sz="1400" b="1" i="0" dirty="0">
                <a:effectLst/>
                <a:latin typeface="gg sans"/>
              </a:rPr>
              <a:t>topologia anel </a:t>
            </a:r>
            <a:r>
              <a:rPr lang="pt-BR" sz="1400" b="0" i="0" dirty="0">
                <a:effectLst/>
                <a:latin typeface="gg sans"/>
              </a:rPr>
              <a:t>é realizada de forma </a:t>
            </a:r>
            <a:r>
              <a:rPr lang="pt-BR" sz="1400" b="1" i="0" dirty="0">
                <a:effectLst/>
                <a:latin typeface="gg sans"/>
              </a:rPr>
              <a:t>circular</a:t>
            </a:r>
            <a:r>
              <a:rPr lang="pt-BR" sz="1400" b="0" i="0" dirty="0">
                <a:effectLst/>
                <a:latin typeface="gg sans"/>
              </a:rPr>
              <a:t>. Isso significa que cada uma das máquinas possui duas </a:t>
            </a:r>
            <a:r>
              <a:rPr lang="pt-BR" sz="1400" b="1" i="0" dirty="0">
                <a:effectLst/>
                <a:latin typeface="gg sans"/>
              </a:rPr>
              <a:t>máquinas</a:t>
            </a:r>
            <a:r>
              <a:rPr lang="pt-BR" sz="1400" b="0" i="0" dirty="0">
                <a:effectLst/>
                <a:latin typeface="gg sans"/>
              </a:rPr>
              <a:t> </a:t>
            </a:r>
            <a:r>
              <a:rPr lang="pt-BR" sz="1400" b="1" i="0" dirty="0">
                <a:effectLst/>
                <a:latin typeface="gg sans"/>
              </a:rPr>
              <a:t>vizinhas</a:t>
            </a:r>
            <a:r>
              <a:rPr lang="pt-BR" sz="1400" b="0" i="0" dirty="0">
                <a:effectLst/>
                <a:latin typeface="gg sans"/>
              </a:rPr>
              <a:t>, pelas quais é realizada a </a:t>
            </a:r>
            <a:r>
              <a:rPr lang="pt-BR" sz="1400" b="1" i="0" dirty="0">
                <a:effectLst/>
                <a:latin typeface="gg sans"/>
              </a:rPr>
              <a:t>transmissão</a:t>
            </a:r>
            <a:r>
              <a:rPr lang="pt-BR" sz="1400" b="0" i="0" dirty="0">
                <a:effectLst/>
                <a:latin typeface="gg sans"/>
              </a:rPr>
              <a:t> de </a:t>
            </a:r>
            <a:r>
              <a:rPr lang="pt-BR" sz="1400" b="1" i="0" dirty="0">
                <a:effectLst/>
                <a:latin typeface="gg sans"/>
              </a:rPr>
              <a:t>dados</a:t>
            </a:r>
            <a:r>
              <a:rPr lang="pt-BR" sz="1400" b="0" i="0" dirty="0">
                <a:effectLst/>
                <a:latin typeface="gg sans"/>
              </a:rPr>
              <a:t>. </a:t>
            </a:r>
          </a:p>
          <a:p>
            <a:pPr marL="0" lvl="0" indent="0">
              <a:buNone/>
            </a:pPr>
            <a:r>
              <a:rPr lang="pt-BR" sz="1400" b="0" i="0" dirty="0">
                <a:effectLst/>
                <a:latin typeface="gg sans"/>
              </a:rPr>
              <a:t>   Ou seja, é um </a:t>
            </a:r>
            <a:r>
              <a:rPr lang="pt-BR" sz="1400" b="1" i="0" dirty="0">
                <a:effectLst/>
                <a:latin typeface="gg sans"/>
              </a:rPr>
              <a:t>círculo de dispositivos conectados</a:t>
            </a:r>
            <a:r>
              <a:rPr lang="pt-BR" sz="1400" b="0" i="0" dirty="0">
                <a:effectLst/>
                <a:latin typeface="gg sans"/>
              </a:rPr>
              <a:t>, com fluxo de </a:t>
            </a:r>
            <a:r>
              <a:rPr lang="pt-BR" sz="1400" b="1" i="0" dirty="0">
                <a:effectLst/>
                <a:latin typeface="gg sans"/>
              </a:rPr>
              <a:t>dados</a:t>
            </a:r>
            <a:r>
              <a:rPr lang="pt-BR" sz="1400" b="0" i="0" dirty="0">
                <a:effectLst/>
                <a:latin typeface="gg sans"/>
              </a:rPr>
              <a:t> </a:t>
            </a:r>
            <a:r>
              <a:rPr lang="pt-BR" sz="1400" b="1" i="0" dirty="0">
                <a:effectLst/>
                <a:latin typeface="gg sans"/>
              </a:rPr>
              <a:t>unidirecional</a:t>
            </a:r>
            <a:r>
              <a:rPr lang="pt-BR" sz="1400" b="0" i="0" dirty="0">
                <a:effectLst/>
                <a:latin typeface="gg sans"/>
              </a:rPr>
              <a:t> e passa por cada computador até chegar ao seu destino.</a:t>
            </a:r>
          </a:p>
          <a:p>
            <a:pPr marL="0" lvl="0" indent="0">
              <a:buNone/>
            </a:pPr>
            <a:r>
              <a:rPr lang="pt-BR" sz="1400" b="0" i="0" dirty="0">
                <a:effectLst/>
                <a:latin typeface="gg sans"/>
              </a:rPr>
              <a:t>   Esse tipo de topologia é bem </a:t>
            </a:r>
            <a:r>
              <a:rPr lang="pt-BR" sz="1400" b="1" i="0" dirty="0">
                <a:effectLst/>
                <a:latin typeface="gg sans"/>
              </a:rPr>
              <a:t>eficiente</a:t>
            </a:r>
            <a:r>
              <a:rPr lang="pt-BR" sz="1400" b="0" i="0" dirty="0">
                <a:effectLst/>
                <a:latin typeface="gg sans"/>
              </a:rPr>
              <a:t> para transmissão de dados </a:t>
            </a:r>
            <a:r>
              <a:rPr lang="pt-BR" sz="1400" b="1" i="0" dirty="0">
                <a:effectLst/>
                <a:latin typeface="gg sans"/>
              </a:rPr>
              <a:t>sem erros</a:t>
            </a:r>
            <a:r>
              <a:rPr lang="pt-BR" sz="1400" b="0" i="0" dirty="0">
                <a:effectLst/>
                <a:latin typeface="gg sans"/>
              </a:rPr>
              <a:t>, tem grande </a:t>
            </a:r>
            <a:r>
              <a:rPr lang="pt-BR" sz="1400" b="1" i="0" dirty="0">
                <a:effectLst/>
                <a:latin typeface="gg sans"/>
              </a:rPr>
              <a:t>confiabilidade</a:t>
            </a:r>
            <a:r>
              <a:rPr lang="pt-BR" sz="1400" b="0" i="0" dirty="0">
                <a:effectLst/>
                <a:latin typeface="gg sans"/>
              </a:rPr>
              <a:t> e pode ser implementada em </a:t>
            </a:r>
            <a:r>
              <a:rPr lang="pt-BR" sz="1400" b="1" i="0" dirty="0">
                <a:effectLst/>
                <a:latin typeface="gg sans"/>
              </a:rPr>
              <a:t>grandes redes.</a:t>
            </a:r>
            <a:r>
              <a:rPr lang="pt-BR" sz="1400" b="0" i="0" dirty="0">
                <a:effectLst/>
                <a:latin typeface="gg sans"/>
              </a:rPr>
              <a:t> </a:t>
            </a:r>
          </a:p>
          <a:p>
            <a:pPr marL="0" lvl="0" indent="0">
              <a:buNone/>
            </a:pPr>
            <a:r>
              <a:rPr lang="pt-BR" sz="1400" dirty="0">
                <a:latin typeface="gg sans"/>
              </a:rPr>
              <a:t>   </a:t>
            </a:r>
            <a:r>
              <a:rPr lang="pt-BR" sz="1400" b="0" i="0" dirty="0">
                <a:effectLst/>
                <a:latin typeface="gg sans"/>
              </a:rPr>
              <a:t>Contudo, a falha de um </a:t>
            </a:r>
            <a:r>
              <a:rPr lang="pt-BR" sz="1400" b="1" i="0" dirty="0">
                <a:effectLst/>
                <a:latin typeface="gg sans"/>
              </a:rPr>
              <a:t>único</a:t>
            </a:r>
            <a:r>
              <a:rPr lang="pt-BR" sz="1400" b="0" i="0" dirty="0">
                <a:effectLst/>
                <a:latin typeface="gg sans"/>
              </a:rPr>
              <a:t> </a:t>
            </a:r>
            <a:r>
              <a:rPr lang="pt-BR" sz="1400" b="1" i="0" dirty="0">
                <a:effectLst/>
                <a:latin typeface="gg sans"/>
              </a:rPr>
              <a:t>dispositivo</a:t>
            </a:r>
            <a:r>
              <a:rPr lang="pt-BR" sz="1400" b="0" i="0" dirty="0">
                <a:effectLst/>
                <a:latin typeface="gg sans"/>
              </a:rPr>
              <a:t> pode </a:t>
            </a:r>
            <a:r>
              <a:rPr lang="pt-BR" sz="1400" b="1" i="0" dirty="0">
                <a:effectLst/>
                <a:latin typeface="gg sans"/>
              </a:rPr>
              <a:t>prejudicar</a:t>
            </a:r>
            <a:r>
              <a:rPr lang="pt-BR" sz="1400" b="0" i="0" dirty="0">
                <a:effectLst/>
                <a:latin typeface="gg sans"/>
              </a:rPr>
              <a:t> a estabilidade da rede inteira.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7343EED4-E332-CB05-52BA-66F4DCA28CFC}"/>
              </a:ext>
            </a:extLst>
          </p:cNvPr>
          <p:cNvSpPr txBox="1">
            <a:spLocks/>
          </p:cNvSpPr>
          <p:nvPr/>
        </p:nvSpPr>
        <p:spPr>
          <a:xfrm>
            <a:off x="8335799" y="5004145"/>
            <a:ext cx="1152001" cy="197419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1100" dirty="0"/>
              <a:t>Fonte: </a:t>
            </a:r>
            <a:r>
              <a:rPr lang="pt-BR" sz="1100" dirty="0" err="1"/>
              <a:t>Flaticon</a:t>
            </a:r>
            <a:endParaRPr lang="pt-BR" sz="1100" dirty="0"/>
          </a:p>
        </p:txBody>
      </p:sp>
      <p:pic>
        <p:nvPicPr>
          <p:cNvPr id="10" name="Imagem 9" descr="Ícone&#10;&#10;O conteúdo gerado por IA pode estar incorreto.">
            <a:extLst>
              <a:ext uri="{FF2B5EF4-FFF2-40B4-BE49-F238E27FC236}">
                <a16:creationId xmlns:a16="http://schemas.microsoft.com/office/drawing/2014/main" id="{F93E1D34-960D-C7CE-B57B-E9AB080F2E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5736" y="1567972"/>
            <a:ext cx="3432126" cy="343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07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dirty="0"/>
              <a:t>GRUPO_03</a:t>
            </a:r>
            <a:endParaRPr lang="pt-BR" noProof="0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4</a:t>
            </a:fld>
            <a:endParaRPr lang="pt-BR" noProof="0"/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AB0CC641-942F-A979-7A76-A06B319BECB6}"/>
              </a:ext>
            </a:extLst>
          </p:cNvPr>
          <p:cNvSpPr txBox="1">
            <a:spLocks/>
          </p:cNvSpPr>
          <p:nvPr/>
        </p:nvSpPr>
        <p:spPr>
          <a:xfrm>
            <a:off x="1053852" y="2101339"/>
            <a:ext cx="4587996" cy="340109"/>
          </a:xfrm>
          <a:prstGeom prst="rect">
            <a:avLst/>
          </a:prstGeom>
        </p:spPr>
        <p:txBody>
          <a:bodyPr lIns="91440" tIns="45720" rIns="91440" bIns="45720" rtlCol="0" anchor="t">
            <a:normAutofit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2000" b="1" dirty="0"/>
              <a:t>Como ela Funciona.</a:t>
            </a:r>
            <a:endParaRPr lang="pt-BR" sz="1600" dirty="0"/>
          </a:p>
          <a:p>
            <a:pPr marL="0" indent="0">
              <a:buNone/>
            </a:pPr>
            <a:endParaRPr lang="pt-BR" sz="1600" dirty="0">
              <a:latin typeface="Euphemia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514D7A4-9A04-43AB-AD03-868BD45DCCF2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Topologia de Redes (Anel)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AC38096E-FFB0-4096-B718-5B106E0333EE}"/>
              </a:ext>
            </a:extLst>
          </p:cNvPr>
          <p:cNvSpPr txBox="1">
            <a:spLocks/>
          </p:cNvSpPr>
          <p:nvPr/>
        </p:nvSpPr>
        <p:spPr>
          <a:xfrm>
            <a:off x="1053852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A97FB09-1084-4F0F-803A-2D806B2CEBE9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D13102-6025-47F5-B0E3-8AA22C45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D3CCA74-9EB9-45A6-82E7-C6D133929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6FB451F-AAAA-4CC2-A23A-20EBF3FC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396D40AF-A43F-48E1-A329-DA9B0CC8B35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465F844C-49EC-4E27-9085-12E7654109C1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A8007038-1DB0-49B4-98E3-5989F3E512D2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998AC609-AECE-DDCF-33CC-872A8CE937DF}"/>
              </a:ext>
            </a:extLst>
          </p:cNvPr>
          <p:cNvSpPr txBox="1">
            <a:spLocks/>
          </p:cNvSpPr>
          <p:nvPr/>
        </p:nvSpPr>
        <p:spPr>
          <a:xfrm>
            <a:off x="1053852" y="2634706"/>
            <a:ext cx="7322052" cy="3721645"/>
          </a:xfrm>
          <a:prstGeom prst="rect">
            <a:avLst/>
          </a:prstGeom>
        </p:spPr>
        <p:txBody>
          <a:bodyPr lIns="91440" tIns="45720" rIns="91440" bIns="45720" rtlCol="0" anchor="t">
            <a:normAutofit fontScale="925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Quando um computador precisa enviar dados, ele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fica aguardando o token passar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. Ao receber o token (Uma Chave</a:t>
            </a:r>
            <a:r>
              <a:rPr lang="pt-BR" sz="1400" u="sng" dirty="0">
                <a:solidFill>
                  <a:schemeClr val="tx1">
                    <a:lumMod val="50000"/>
                  </a:schemeClr>
                </a:solidFill>
              </a:rPr>
              <a:t>),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o computador o captura e o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transforma em um quadro de dados (Um Envelope)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, contendo:</a:t>
            </a:r>
          </a:p>
          <a:p>
            <a:pPr>
              <a:buFontTx/>
              <a:buChar char="-"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as informações que serão enviadas</a:t>
            </a:r>
          </a:p>
          <a:p>
            <a:pPr>
              <a:buFontTx/>
              <a:buChar char="-"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o endereço do computador de destino</a:t>
            </a:r>
          </a:p>
          <a:p>
            <a:pPr marL="0" indent="0">
              <a:buNone/>
            </a:pP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Token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: Item responsável pelo controle da rede e concede permissão para envio dos dados</a:t>
            </a:r>
          </a:p>
          <a:p>
            <a:pPr mar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Depois disso, o quadro começa a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percorrer a rede passando de computador em computador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. Cada dispositivo examina o endereço de destino:</a:t>
            </a:r>
          </a:p>
          <a:p>
            <a:pPr mar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-   se não for para ele, apenas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repassa o quadro para o próximo computador</a:t>
            </a:r>
            <a:endParaRPr lang="pt-BR" sz="14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-   se for o destino correto, o computador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copia os dados do quadro</a:t>
            </a:r>
            <a:endParaRPr lang="pt-BR" sz="14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Após isso, o quadro continua circulando pela rede até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voltar ao computador que o enviou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. O computador emissor então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remove o quadro da rede e libera um novo token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, permitindo que outro dispositivo envie dados.</a:t>
            </a:r>
          </a:p>
        </p:txBody>
      </p:sp>
    </p:spTree>
    <p:extLst>
      <p:ext uri="{BB962C8B-B14F-4D97-AF65-F5344CB8AC3E}">
        <p14:creationId xmlns:p14="http://schemas.microsoft.com/office/powerpoint/2010/main" val="364381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dirty="0"/>
              <a:t>GRUPO_03</a:t>
            </a:r>
            <a:endParaRPr lang="pt-BR" noProof="0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5</a:t>
            </a:fld>
            <a:endParaRPr lang="pt-BR" noProof="0"/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AB0CC641-942F-A979-7A76-A06B319BECB6}"/>
              </a:ext>
            </a:extLst>
          </p:cNvPr>
          <p:cNvSpPr txBox="1">
            <a:spLocks/>
          </p:cNvSpPr>
          <p:nvPr/>
        </p:nvSpPr>
        <p:spPr>
          <a:xfrm>
            <a:off x="1053852" y="2101339"/>
            <a:ext cx="4587996" cy="340109"/>
          </a:xfrm>
          <a:prstGeom prst="rect">
            <a:avLst/>
          </a:prstGeom>
        </p:spPr>
        <p:txBody>
          <a:bodyPr lIns="91440" tIns="45720" rIns="91440" bIns="45720" rtlCol="0" anchor="t">
            <a:normAutofit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2000" b="1" dirty="0"/>
              <a:t>Exemplo:</a:t>
            </a:r>
            <a:endParaRPr lang="pt-BR" sz="1600" dirty="0"/>
          </a:p>
          <a:p>
            <a:pPr marL="0" indent="0">
              <a:buNone/>
            </a:pPr>
            <a:endParaRPr lang="pt-BR" sz="1600" dirty="0">
              <a:latin typeface="Euphemia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514D7A4-9A04-43AB-AD03-868BD45DCCF2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Topologia de Redes (Anel)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AC38096E-FFB0-4096-B718-5B106E0333EE}"/>
              </a:ext>
            </a:extLst>
          </p:cNvPr>
          <p:cNvSpPr txBox="1">
            <a:spLocks/>
          </p:cNvSpPr>
          <p:nvPr/>
        </p:nvSpPr>
        <p:spPr>
          <a:xfrm>
            <a:off x="1053852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A97FB09-1084-4F0F-803A-2D806B2CEBE9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D13102-6025-47F5-B0E3-8AA22C45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D3CCA74-9EB9-45A6-82E7-C6D133929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6FB451F-AAAA-4CC2-A23A-20EBF3FC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396D40AF-A43F-48E1-A329-DA9B0CC8B35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465F844C-49EC-4E27-9085-12E7654109C1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A8007038-1DB0-49B4-98E3-5989F3E512D2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" name="AutoShape 2" descr=", gerada com IA">
            <a:extLst>
              <a:ext uri="{FF2B5EF4-FFF2-40B4-BE49-F238E27FC236}">
                <a16:creationId xmlns:a16="http://schemas.microsoft.com/office/drawing/2014/main" id="{2A22ECE9-E98F-6D8A-3EBB-C539584688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2" y="3276599"/>
            <a:ext cx="2927667" cy="2927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" name="Imagem 9" descr="Diagrama&#10;&#10;O conteúdo gerado por IA pode estar incorreto.">
            <a:extLst>
              <a:ext uri="{FF2B5EF4-FFF2-40B4-BE49-F238E27FC236}">
                <a16:creationId xmlns:a16="http://schemas.microsoft.com/office/drawing/2014/main" id="{3363A92E-C865-7DE7-A131-300C16B67E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2928" y="1882391"/>
            <a:ext cx="5378919" cy="4397918"/>
          </a:xfrm>
          <a:prstGeom prst="rect">
            <a:avLst/>
          </a:prstGeom>
        </p:spPr>
      </p:pic>
      <p:sp>
        <p:nvSpPr>
          <p:cNvPr id="11" name="Espaço reservado para conteúdo 13">
            <a:extLst>
              <a:ext uri="{FF2B5EF4-FFF2-40B4-BE49-F238E27FC236}">
                <a16:creationId xmlns:a16="http://schemas.microsoft.com/office/drawing/2014/main" id="{29481BF0-2128-745D-D732-5985B2ED7962}"/>
              </a:ext>
            </a:extLst>
          </p:cNvPr>
          <p:cNvSpPr txBox="1">
            <a:spLocks/>
          </p:cNvSpPr>
          <p:nvPr/>
        </p:nvSpPr>
        <p:spPr>
          <a:xfrm>
            <a:off x="3686699" y="6158932"/>
            <a:ext cx="3127699" cy="146747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1100" dirty="0"/>
              <a:t>Fonte: blog.xpeducacao.com.br + ChatGPT</a:t>
            </a:r>
          </a:p>
        </p:txBody>
      </p:sp>
    </p:spTree>
    <p:extLst>
      <p:ext uri="{BB962C8B-B14F-4D97-AF65-F5344CB8AC3E}">
        <p14:creationId xmlns:p14="http://schemas.microsoft.com/office/powerpoint/2010/main" val="262228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dirty="0"/>
              <a:t>GRUPO_03</a:t>
            </a:r>
            <a:endParaRPr lang="pt-BR" noProof="0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6</a:t>
            </a:fld>
            <a:endParaRPr lang="pt-BR" noProof="0"/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AB0CC641-942F-A979-7A76-A06B319BECB6}"/>
              </a:ext>
            </a:extLst>
          </p:cNvPr>
          <p:cNvSpPr txBox="1">
            <a:spLocks/>
          </p:cNvSpPr>
          <p:nvPr/>
        </p:nvSpPr>
        <p:spPr>
          <a:xfrm>
            <a:off x="1053852" y="2101339"/>
            <a:ext cx="4587996" cy="340109"/>
          </a:xfrm>
          <a:prstGeom prst="rect">
            <a:avLst/>
          </a:prstGeom>
        </p:spPr>
        <p:txBody>
          <a:bodyPr lIns="91440" tIns="45720" rIns="91440" bIns="45720" rtlCol="0" anchor="t">
            <a:normAutofit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2000" b="1" dirty="0"/>
              <a:t>Aonde</a:t>
            </a:r>
            <a:r>
              <a:rPr lang="pt-BR" sz="1600" dirty="0"/>
              <a:t> </a:t>
            </a:r>
            <a:r>
              <a:rPr lang="pt-BR" sz="2000" b="1" dirty="0"/>
              <a:t>ela</a:t>
            </a:r>
            <a:r>
              <a:rPr lang="pt-BR" sz="1600" dirty="0"/>
              <a:t> </a:t>
            </a:r>
            <a:r>
              <a:rPr lang="pt-BR" sz="2000" b="1" dirty="0"/>
              <a:t>é utilizada?</a:t>
            </a:r>
          </a:p>
          <a:p>
            <a:pPr marL="0" indent="0">
              <a:buNone/>
            </a:pPr>
            <a:endParaRPr lang="pt-BR" sz="2000" b="1" dirty="0"/>
          </a:p>
          <a:p>
            <a:pPr marL="0" lvl="0" indent="0">
              <a:lnSpc>
                <a:spcPct val="100000"/>
              </a:lnSpc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514D7A4-9A04-43AB-AD03-868BD45DCCF2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Topologia de Redes (Anel)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AC38096E-FFB0-4096-B718-5B106E0333EE}"/>
              </a:ext>
            </a:extLst>
          </p:cNvPr>
          <p:cNvSpPr txBox="1">
            <a:spLocks/>
          </p:cNvSpPr>
          <p:nvPr/>
        </p:nvSpPr>
        <p:spPr>
          <a:xfrm>
            <a:off x="1053852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A97FB09-1084-4F0F-803A-2D806B2CEBE9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D13102-6025-47F5-B0E3-8AA22C45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D3CCA74-9EB9-45A6-82E7-C6D133929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6FB451F-AAAA-4CC2-A23A-20EBF3FC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396D40AF-A43F-48E1-A329-DA9B0CC8B35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465F844C-49EC-4E27-9085-12E7654109C1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A8007038-1DB0-49B4-98E3-5989F3E512D2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998AC609-AECE-DDCF-33CC-872A8CE937DF}"/>
              </a:ext>
            </a:extLst>
          </p:cNvPr>
          <p:cNvSpPr txBox="1">
            <a:spLocks/>
          </p:cNvSpPr>
          <p:nvPr/>
        </p:nvSpPr>
        <p:spPr>
          <a:xfrm>
            <a:off x="1053852" y="2634706"/>
            <a:ext cx="6689973" cy="4086770"/>
          </a:xfrm>
          <a:prstGeom prst="rect">
            <a:avLst/>
          </a:prstGeom>
        </p:spPr>
        <p:txBody>
          <a:bodyPr lIns="91440" tIns="45720" rIns="91440" bIns="45720" rtlCol="0" anchor="t">
            <a:normAutofit fontScale="62500" lnSpcReduction="2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2900" b="1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Sistemas que usam topologia de anel simples incluem:</a:t>
            </a:r>
          </a:p>
          <a:p>
            <a:pPr marL="0" lvl="0" indent="0">
              <a:buNone/>
            </a:pPr>
            <a:r>
              <a:rPr lang="pt-BR" sz="22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- </a:t>
            </a:r>
            <a:r>
              <a:rPr lang="pt-BR" sz="22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Redes locais (</a:t>
            </a:r>
            <a:r>
              <a:rPr lang="pt-BR" sz="2200" b="0" i="0" dirty="0" err="1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LANs</a:t>
            </a:r>
            <a:r>
              <a:rPr lang="pt-BR" sz="22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) antigas</a:t>
            </a:r>
          </a:p>
          <a:p>
            <a:pPr marL="0" lvl="0" indent="0">
              <a:buNone/>
            </a:pPr>
            <a:r>
              <a:rPr lang="pt-BR" sz="22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- Sistemas de controle industrial</a:t>
            </a:r>
          </a:p>
          <a:p>
            <a:pPr marL="0" lvl="0" indent="0">
              <a:buNone/>
            </a:pPr>
            <a:r>
              <a:rPr lang="pt-BR" sz="22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- Algumas redes de fibra óptica (como FDDI, antes da adoção da dupla)</a:t>
            </a:r>
          </a:p>
          <a:p>
            <a:pPr marL="0" lvl="0" indent="0">
              <a:buNone/>
            </a:pPr>
            <a:r>
              <a:rPr lang="pt-BR" sz="2900" b="1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Topologia de Anel Duplo.</a:t>
            </a:r>
          </a:p>
          <a:p>
            <a:pPr marL="0" lvl="0" indent="0">
              <a:buNone/>
            </a:pPr>
            <a:r>
              <a:rPr lang="pt-BR" sz="21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   </a:t>
            </a:r>
            <a:r>
              <a:rPr lang="pt-BR" sz="25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Atualmente, a topologia de </a:t>
            </a:r>
            <a:r>
              <a:rPr lang="pt-BR" sz="2500" b="1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anel duplo </a:t>
            </a:r>
            <a:r>
              <a:rPr lang="pt-BR" sz="25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é mais </a:t>
            </a:r>
            <a:r>
              <a:rPr lang="pt-BR" sz="2500" b="1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comum</a:t>
            </a:r>
            <a:r>
              <a:rPr lang="pt-BR" sz="25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 por ser mais </a:t>
            </a:r>
            <a:r>
              <a:rPr lang="pt-BR" sz="2500" b="1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confiável</a:t>
            </a:r>
            <a:r>
              <a:rPr lang="pt-BR" sz="25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, ela é usada principalmente em redes que precisam de </a:t>
            </a:r>
            <a:r>
              <a:rPr lang="pt-BR" sz="2500" b="1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estabilidade</a:t>
            </a:r>
            <a:r>
              <a:rPr lang="pt-BR" sz="25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 e </a:t>
            </a:r>
            <a:r>
              <a:rPr lang="pt-BR" sz="2500" b="1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alta velocidade </a:t>
            </a:r>
            <a:r>
              <a:rPr lang="pt-BR" sz="25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na </a:t>
            </a:r>
            <a:r>
              <a:rPr lang="pt-BR" sz="2500" b="1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transmissão</a:t>
            </a:r>
            <a:r>
              <a:rPr lang="pt-BR" sz="25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 de dados.</a:t>
            </a:r>
            <a:endParaRPr lang="pt-BR" sz="2500" i="0" dirty="0">
              <a:solidFill>
                <a:schemeClr val="tx1">
                  <a:lumMod val="50000"/>
                </a:schemeClr>
              </a:solidFill>
              <a:effectLst/>
              <a:latin typeface="gg sans"/>
            </a:endParaRPr>
          </a:p>
          <a:p>
            <a:pPr marL="0" lvl="0" indent="0">
              <a:buNone/>
            </a:pPr>
            <a:r>
              <a:rPr lang="pt-BR" sz="25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- Redes de fibra óptica Especialmente nos </a:t>
            </a:r>
            <a:r>
              <a:rPr lang="pt-BR" sz="2500" b="0" i="0" dirty="0" err="1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backbones</a:t>
            </a:r>
            <a:r>
              <a:rPr lang="pt-BR" sz="25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 da internet, que transportam grandes quantidades de informação. </a:t>
            </a:r>
          </a:p>
          <a:p>
            <a:pPr marL="0" lvl="0" indent="0">
              <a:buNone/>
            </a:pPr>
            <a:r>
              <a:rPr lang="pt-BR" sz="25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- Controle industrial Ambientes onde máquinas e sensores precisam se comunicar continuamente, sem interrupções. </a:t>
            </a:r>
          </a:p>
          <a:p>
            <a:pPr marL="0" lvl="0" indent="0">
              <a:buNone/>
            </a:pPr>
            <a:r>
              <a:rPr lang="pt-BR" sz="25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- </a:t>
            </a:r>
            <a:r>
              <a:rPr lang="pt-BR" sz="25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Redes metropolitanas e </a:t>
            </a:r>
            <a:r>
              <a:rPr lang="pt-BR" sz="2500" b="0" i="0" dirty="0" err="1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WANs</a:t>
            </a:r>
            <a:r>
              <a:rPr lang="pt-BR" sz="25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 Conectam cidades ou grandes regiões, exigindo comunicação eficiente e estável. </a:t>
            </a:r>
            <a:br>
              <a:rPr lang="pt-BR" sz="1400" dirty="0">
                <a:solidFill>
                  <a:schemeClr val="tx1">
                    <a:lumMod val="50000"/>
                  </a:schemeClr>
                </a:solidFill>
              </a:rPr>
            </a:br>
            <a:endParaRPr lang="pt-BR" sz="14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pt-BR" sz="1400" dirty="0">
              <a:solidFill>
                <a:schemeClr val="tx1">
                  <a:lumMod val="50000"/>
                </a:schemeClr>
              </a:solidFill>
              <a:latin typeface="Euphemia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pt-BR" sz="1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m 10" descr="Forma&#10;&#10;O conteúdo gerado por IA pode estar incorreto.">
            <a:extLst>
              <a:ext uri="{FF2B5EF4-FFF2-40B4-BE49-F238E27FC236}">
                <a16:creationId xmlns:a16="http://schemas.microsoft.com/office/drawing/2014/main" id="{05BA3EED-F16D-FDDE-4641-4C9C056865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1785" y="2606131"/>
            <a:ext cx="2450253" cy="2450253"/>
          </a:xfrm>
          <a:prstGeom prst="rect">
            <a:avLst/>
          </a:prstGeom>
        </p:spPr>
      </p:pic>
      <p:sp>
        <p:nvSpPr>
          <p:cNvPr id="21" name="Espaço reservado para conteúdo 13">
            <a:extLst>
              <a:ext uri="{FF2B5EF4-FFF2-40B4-BE49-F238E27FC236}">
                <a16:creationId xmlns:a16="http://schemas.microsoft.com/office/drawing/2014/main" id="{C27210A8-71D7-7D31-1444-ED18F7556F34}"/>
              </a:ext>
            </a:extLst>
          </p:cNvPr>
          <p:cNvSpPr txBox="1">
            <a:spLocks/>
          </p:cNvSpPr>
          <p:nvPr/>
        </p:nvSpPr>
        <p:spPr>
          <a:xfrm>
            <a:off x="8679310" y="5157843"/>
            <a:ext cx="1152001" cy="197419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1100" dirty="0"/>
              <a:t>Fonte: </a:t>
            </a:r>
            <a:r>
              <a:rPr lang="pt-BR" sz="1100" dirty="0" err="1"/>
              <a:t>Flaticon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7562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dirty="0"/>
              <a:t>GRUPO_03</a:t>
            </a:r>
            <a:endParaRPr lang="pt-BR" noProof="0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7</a:t>
            </a:fld>
            <a:endParaRPr lang="pt-BR" noProof="0"/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AB0CC641-942F-A979-7A76-A06B319BECB6}"/>
              </a:ext>
            </a:extLst>
          </p:cNvPr>
          <p:cNvSpPr txBox="1">
            <a:spLocks/>
          </p:cNvSpPr>
          <p:nvPr/>
        </p:nvSpPr>
        <p:spPr>
          <a:xfrm>
            <a:off x="994392" y="1882157"/>
            <a:ext cx="4587996" cy="340109"/>
          </a:xfrm>
          <a:prstGeom prst="rect">
            <a:avLst/>
          </a:prstGeom>
        </p:spPr>
        <p:txBody>
          <a:bodyPr lIns="91440" tIns="45720" rIns="91440" bIns="45720" rtlCol="0" anchor="t">
            <a:normAutofit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2000" b="1" dirty="0"/>
              <a:t>Vantagens e Desafios.</a:t>
            </a:r>
          </a:p>
          <a:p>
            <a:pPr marL="0" lvl="0" indent="0">
              <a:lnSpc>
                <a:spcPct val="100000"/>
              </a:lnSpc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514D7A4-9A04-43AB-AD03-868BD45DCCF2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Topologia de Redes (Anel)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AC38096E-FFB0-4096-B718-5B106E0333EE}"/>
              </a:ext>
            </a:extLst>
          </p:cNvPr>
          <p:cNvSpPr txBox="1">
            <a:spLocks/>
          </p:cNvSpPr>
          <p:nvPr/>
        </p:nvSpPr>
        <p:spPr>
          <a:xfrm>
            <a:off x="1053852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A97FB09-1084-4F0F-803A-2D806B2CEBE9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D13102-6025-47F5-B0E3-8AA22C45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D3CCA74-9EB9-45A6-82E7-C6D133929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6FB451F-AAAA-4CC2-A23A-20EBF3FC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396D40AF-A43F-48E1-A329-DA9B0CC8B35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465F844C-49EC-4E27-9085-12E7654109C1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A8007038-1DB0-49B4-98E3-5989F3E512D2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998AC609-AECE-DDCF-33CC-872A8CE937DF}"/>
              </a:ext>
            </a:extLst>
          </p:cNvPr>
          <p:cNvSpPr txBox="1">
            <a:spLocks/>
          </p:cNvSpPr>
          <p:nvPr/>
        </p:nvSpPr>
        <p:spPr>
          <a:xfrm>
            <a:off x="1042283" y="2237286"/>
            <a:ext cx="6397054" cy="4187952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A topologia em anel apresenta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vantagens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importantes relacionadas à organização da comunicação de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dados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. Porém, também possui alguns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desafios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que precisam ser considerados no planejamento da rede.</a:t>
            </a:r>
          </a:p>
          <a:p>
            <a:pPr marL="0" lvl="0" indent="0">
              <a:buNone/>
            </a:pPr>
            <a:r>
              <a:rPr lang="pt-BR" sz="1800" b="1" dirty="0">
                <a:solidFill>
                  <a:schemeClr val="tx1">
                    <a:lumMod val="50000"/>
                  </a:schemeClr>
                </a:solidFill>
              </a:rPr>
              <a:t>Vantagens</a:t>
            </a:r>
          </a:p>
          <a:p>
            <a:pPr marL="0" lv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•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Organização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: transmissão controlada pelo token</a:t>
            </a:r>
          </a:p>
          <a:p>
            <a:pPr marL="0" lv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•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Sem colisões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: apenas um dispositivo envia dados por vez</a:t>
            </a:r>
          </a:p>
          <a:p>
            <a:pPr marL="0" lv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•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Estabilidade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: velocidade mais previsível</a:t>
            </a:r>
          </a:p>
          <a:p>
            <a:pPr marL="0" lv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•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Alcance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: cada nó regenera o sinal</a:t>
            </a:r>
          </a:p>
          <a:p>
            <a:pPr marL="0" lvl="0" indent="0">
              <a:buNone/>
            </a:pPr>
            <a:r>
              <a:rPr lang="pt-BR" sz="1800" b="1" dirty="0">
                <a:solidFill>
                  <a:schemeClr val="tx1">
                    <a:lumMod val="50000"/>
                  </a:schemeClr>
                </a:solidFill>
              </a:rPr>
              <a:t>Desafios</a:t>
            </a:r>
          </a:p>
          <a:p>
            <a:pPr marL="0" lv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•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Falha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em um dispositivo pode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interromper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o anel</a:t>
            </a:r>
          </a:p>
          <a:p>
            <a:pPr marL="0" lv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•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Expansão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da rede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exige interrupção 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temporária</a:t>
            </a:r>
          </a:p>
          <a:p>
            <a:pPr marL="0" lv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•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Maior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número de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dispositivos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pode aumentar a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latência</a:t>
            </a:r>
            <a:endParaRPr lang="pt-BR" sz="1400" b="1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798A651E-0531-8144-5602-614495B966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5930" y="2500368"/>
            <a:ext cx="2657475" cy="2657475"/>
          </a:xfrm>
          <a:prstGeom prst="rect">
            <a:avLst/>
          </a:prstGeom>
        </p:spPr>
      </p:pic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AC9B0A98-CCA4-A224-B4C1-716ACF48B5A8}"/>
              </a:ext>
            </a:extLst>
          </p:cNvPr>
          <p:cNvSpPr txBox="1">
            <a:spLocks/>
          </p:cNvSpPr>
          <p:nvPr/>
        </p:nvSpPr>
        <p:spPr>
          <a:xfrm>
            <a:off x="8468900" y="5317364"/>
            <a:ext cx="1152001" cy="197419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1100" dirty="0"/>
              <a:t>Fonte: </a:t>
            </a:r>
            <a:r>
              <a:rPr lang="pt-BR" sz="1100" dirty="0" err="1"/>
              <a:t>Flaticon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77642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dirty="0"/>
              <a:t>GRUPO_03</a:t>
            </a:r>
            <a:endParaRPr lang="pt-BR" noProof="0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8</a:t>
            </a:fld>
            <a:endParaRPr lang="pt-BR" noProof="0"/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AB0CC641-942F-A979-7A76-A06B319BECB6}"/>
              </a:ext>
            </a:extLst>
          </p:cNvPr>
          <p:cNvSpPr txBox="1">
            <a:spLocks/>
          </p:cNvSpPr>
          <p:nvPr/>
        </p:nvSpPr>
        <p:spPr>
          <a:xfrm>
            <a:off x="1053852" y="2101339"/>
            <a:ext cx="4587996" cy="340109"/>
          </a:xfrm>
          <a:prstGeom prst="rect">
            <a:avLst/>
          </a:prstGeom>
        </p:spPr>
        <p:txBody>
          <a:bodyPr lIns="91440" tIns="45720" rIns="91440" bIns="45720" rtlCol="0" anchor="t">
            <a:normAutofit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2000" b="1" dirty="0"/>
              <a:t>Fontes:</a:t>
            </a:r>
          </a:p>
          <a:p>
            <a:pPr marL="0" indent="0">
              <a:buNone/>
            </a:pPr>
            <a:endParaRPr lang="pt-BR" sz="2000" b="1" dirty="0"/>
          </a:p>
          <a:p>
            <a:pPr marL="0" lvl="0" indent="0">
              <a:lnSpc>
                <a:spcPct val="100000"/>
              </a:lnSpc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514D7A4-9A04-43AB-AD03-868BD45DCCF2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Topologia de Redes (Anel)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AC38096E-FFB0-4096-B718-5B106E0333EE}"/>
              </a:ext>
            </a:extLst>
          </p:cNvPr>
          <p:cNvSpPr txBox="1">
            <a:spLocks/>
          </p:cNvSpPr>
          <p:nvPr/>
        </p:nvSpPr>
        <p:spPr>
          <a:xfrm>
            <a:off x="1053852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A97FB09-1084-4F0F-803A-2D806B2CEBE9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D13102-6025-47F5-B0E3-8AA22C45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D3CCA74-9EB9-45A6-82E7-C6D133929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6FB451F-AAAA-4CC2-A23A-20EBF3FC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396D40AF-A43F-48E1-A329-DA9B0CC8B35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465F844C-49EC-4E27-9085-12E7654109C1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A8007038-1DB0-49B4-98E3-5989F3E512D2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998AC609-AECE-DDCF-33CC-872A8CE937DF}"/>
              </a:ext>
            </a:extLst>
          </p:cNvPr>
          <p:cNvSpPr txBox="1">
            <a:spLocks/>
          </p:cNvSpPr>
          <p:nvPr/>
        </p:nvSpPr>
        <p:spPr>
          <a:xfrm>
            <a:off x="1053851" y="2634706"/>
            <a:ext cx="8044429" cy="3473486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buNone/>
            </a:pPr>
            <a:r>
              <a:rPr lang="pt-BR" sz="1200" b="1" dirty="0">
                <a:solidFill>
                  <a:schemeClr val="tx1">
                    <a:lumMod val="50000"/>
                  </a:schemeClr>
                </a:solidFill>
              </a:rPr>
              <a:t>LENOVO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.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What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is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 Ring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Topology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? Disponível em: https://www.lenovo.com/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br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pt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glossary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what-is-ring-topology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/. Acesso em: 10 mar. 2026.</a:t>
            </a:r>
          </a:p>
          <a:p>
            <a:pPr marL="0" lvl="0" indent="0" algn="just">
              <a:buNone/>
            </a:pPr>
            <a:r>
              <a:rPr lang="pt-BR" sz="1200" b="1" dirty="0">
                <a:solidFill>
                  <a:schemeClr val="tx1">
                    <a:lumMod val="50000"/>
                  </a:schemeClr>
                </a:solidFill>
              </a:rPr>
              <a:t>IBM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. Network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Topology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. Disponível em: https://www.ibm.com/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br-pt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think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topics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/network-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topology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. Acesso em: 10 mar. 2026.</a:t>
            </a:r>
          </a:p>
          <a:p>
            <a:pPr marL="0" lvl="0" indent="0" algn="just">
              <a:buNone/>
            </a:pPr>
            <a:r>
              <a:rPr lang="pt-BR" sz="1200" b="1" dirty="0">
                <a:solidFill>
                  <a:schemeClr val="tx1">
                    <a:lumMod val="50000"/>
                  </a:schemeClr>
                </a:solidFill>
              </a:rPr>
              <a:t>XP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200" b="1" dirty="0">
                <a:solidFill>
                  <a:schemeClr val="tx1">
                    <a:lumMod val="50000"/>
                  </a:schemeClr>
                </a:solidFill>
              </a:rPr>
              <a:t>EDUCAÇÃO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. Topologia anel: conheça essa estrutura de rede de computadores. Disponível em: https://blog.xpeducacao.com.br/topologia-anel/. Acesso em: 10 mar. 2026.2. </a:t>
            </a:r>
          </a:p>
          <a:p>
            <a:pPr marL="0" lvl="0" indent="0" algn="just">
              <a:buNone/>
            </a:pPr>
            <a:r>
              <a:rPr lang="pt-BR" sz="1200" b="1" dirty="0">
                <a:solidFill>
                  <a:schemeClr val="tx1">
                    <a:lumMod val="50000"/>
                  </a:schemeClr>
                </a:solidFill>
              </a:rPr>
              <a:t>TUTORIALSPOINT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.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Advantages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and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disadvantages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of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ring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topology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. Disponível em: https://www.tutorialspoint.com/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article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advantages-and-disadvantages-of-ring-topology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. Acesso em: 10 mar. 2026.</a:t>
            </a:r>
          </a:p>
          <a:p>
            <a:pPr marL="0" lvl="0" indent="0" algn="just">
              <a:buNone/>
            </a:pPr>
            <a:endParaRPr lang="pt-BR" sz="1200" dirty="0">
              <a:solidFill>
                <a:schemeClr val="tx1">
                  <a:lumMod val="50000"/>
                </a:schemeClr>
              </a:solidFill>
            </a:endParaRPr>
          </a:p>
          <a:p>
            <a:pPr marL="0" lvl="0" indent="0" algn="just">
              <a:buNone/>
            </a:pPr>
            <a:endParaRPr lang="pt-BR" sz="1200" dirty="0">
              <a:solidFill>
                <a:schemeClr val="tx1">
                  <a:lumMod val="50000"/>
                </a:schemeClr>
              </a:solidFill>
            </a:endParaRPr>
          </a:p>
          <a:p>
            <a:pPr marL="0" lvl="0" indent="0" algn="just">
              <a:buNone/>
            </a:pPr>
            <a:endParaRPr lang="pt-BR" sz="1200" dirty="0">
              <a:solidFill>
                <a:schemeClr val="tx1">
                  <a:lumMod val="50000"/>
                </a:schemeClr>
              </a:solidFill>
            </a:endParaRPr>
          </a:p>
          <a:p>
            <a:pPr marL="0" lvl="0" indent="0" algn="just">
              <a:buNone/>
            </a:pPr>
            <a:endParaRPr lang="pt-BR" sz="12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endParaRPr lang="pt-BR" sz="1200" dirty="0">
              <a:solidFill>
                <a:schemeClr val="tx1">
                  <a:lumMod val="50000"/>
                </a:schemeClr>
              </a:solidFill>
              <a:latin typeface="Euphemia"/>
              <a:cs typeface="Arial" panose="020B0604020202020204" pitchFamily="34" charset="0"/>
            </a:endParaRPr>
          </a:p>
          <a:p>
            <a:pPr marL="0" lvl="0" indent="0" algn="just">
              <a:lnSpc>
                <a:spcPct val="100000"/>
              </a:lnSpc>
              <a:buNone/>
            </a:pPr>
            <a:endParaRPr lang="pt-BR" sz="12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068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emática 16: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9057_TF02787947.potx" id="{F6616D8B-E49F-43FC-919C-EA67C56073C6}" vid="{41E3CBBC-B989-484B-85AF-2EEA8BFB5111}"/>
    </a:ext>
  </a:extLst>
</a:theme>
</file>

<file path=ppt/theme/theme2.xml><?xml version="1.0" encoding="utf-8"?>
<a:theme xmlns:a="http://schemas.openxmlformats.org/drawingml/2006/main" name="Tema do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94C02AA8B0A44ABC2891D7F8378B53" ma:contentTypeVersion="8" ma:contentTypeDescription="Crie um novo documento." ma:contentTypeScope="" ma:versionID="81ae6796f29dc1943095685c023b0da7">
  <xsd:schema xmlns:xsd="http://www.w3.org/2001/XMLSchema" xmlns:xs="http://www.w3.org/2001/XMLSchema" xmlns:p="http://schemas.microsoft.com/office/2006/metadata/properties" xmlns:ns2="cfb4913f-af3f-44de-9fc3-9568d3eb79a0" targetNamespace="http://schemas.microsoft.com/office/2006/metadata/properties" ma:root="true" ma:fieldsID="9a2bc6abf9047b161a389eed075ba21b" ns2:_="">
    <xsd:import namespace="cfb4913f-af3f-44de-9fc3-9568d3eb79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b4913f-af3f-44de-9fc3-9568d3eb79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fb4913f-af3f-44de-9fc3-9568d3eb79a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1921D19-86FA-4CD0-9E63-80556BBC4F3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934139-1817-4B5D-AD33-859BDAA20536}">
  <ds:schemaRefs>
    <ds:schemaRef ds:uri="cfb4913f-af3f-44de-9fc3-9568d3eb79a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41C8876-6DAA-45D3-9BDC-516F7FCA0414}">
  <ds:schemaRefs>
    <ds:schemaRef ds:uri="2744d390-2e3d-48e1-bc90-6bb95cb2359f"/>
    <ds:schemaRef ds:uri="ad5896ab-7e42-4cd5-83fd-c8cacde1cd42"/>
    <ds:schemaRef ds:uri="cfb4913f-af3f-44de-9fc3-9568d3eb79a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808</Words>
  <Application>Microsoft Office PowerPoint</Application>
  <PresentationFormat>Personalizar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Euphemia</vt:lpstr>
      <vt:lpstr>gg sans</vt:lpstr>
      <vt:lpstr>Matemática 16:9</vt:lpstr>
      <vt:lpstr>Topologia de Redes. Anel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Reforço Escolar</dc:title>
  <dc:creator>Prof. Paulo Rogério</dc:creator>
  <cp:lastModifiedBy>RAI_5125</cp:lastModifiedBy>
  <cp:revision>5</cp:revision>
  <dcterms:created xsi:type="dcterms:W3CDTF">2023-04-28T14:29:41Z</dcterms:created>
  <dcterms:modified xsi:type="dcterms:W3CDTF">2026-03-10T23:36:24Z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0x010100D694C02AA8B0A44ABC2891D7F8378B53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  <property fmtid="{D5CDD505-2E9C-101B-9397-08002B2CF9AE}" pid="8" name="MediaServiceImageTags">
    <vt:lpwstr/>
  </property>
</Properties>
</file>