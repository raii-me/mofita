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0"/>
  </p:notesMasterIdLst>
  <p:handoutMasterIdLst>
    <p:handoutMasterId r:id="rId41"/>
  </p:handoutMasterIdLst>
  <p:sldIdLst>
    <p:sldId id="298" r:id="rId5"/>
    <p:sldId id="280" r:id="rId6"/>
    <p:sldId id="281" r:id="rId7"/>
    <p:sldId id="282" r:id="rId8"/>
    <p:sldId id="283" r:id="rId9"/>
    <p:sldId id="284" r:id="rId10"/>
    <p:sldId id="285" r:id="rId11"/>
    <p:sldId id="292" r:id="rId12"/>
    <p:sldId id="286" r:id="rId13"/>
    <p:sldId id="304" r:id="rId14"/>
    <p:sldId id="313" r:id="rId15"/>
    <p:sldId id="288" r:id="rId16"/>
    <p:sldId id="309" r:id="rId17"/>
    <p:sldId id="317" r:id="rId18"/>
    <p:sldId id="290" r:id="rId19"/>
    <p:sldId id="291" r:id="rId20"/>
    <p:sldId id="299" r:id="rId21"/>
    <p:sldId id="300" r:id="rId22"/>
    <p:sldId id="301" r:id="rId23"/>
    <p:sldId id="324" r:id="rId24"/>
    <p:sldId id="303" r:id="rId25"/>
    <p:sldId id="314" r:id="rId26"/>
    <p:sldId id="316" r:id="rId27"/>
    <p:sldId id="302" r:id="rId28"/>
    <p:sldId id="320" r:id="rId29"/>
    <p:sldId id="310" r:id="rId30"/>
    <p:sldId id="322" r:id="rId31"/>
    <p:sldId id="321" r:id="rId32"/>
    <p:sldId id="295" r:id="rId33"/>
    <p:sldId id="319" r:id="rId34"/>
    <p:sldId id="294" r:id="rId35"/>
    <p:sldId id="306" r:id="rId36"/>
    <p:sldId id="311" r:id="rId37"/>
    <p:sldId id="318" r:id="rId38"/>
    <p:sldId id="323" r:id="rId39"/>
  </p:sldIdLst>
  <p:sldSz cx="12188825" cy="6858000"/>
  <p:notesSz cx="6858000" cy="9144000"/>
  <p:defaultTex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C48C"/>
    <a:srgbClr val="9BAAB7"/>
    <a:srgbClr val="FF914D"/>
    <a:srgbClr val="FDC7A5"/>
    <a:srgbClr val="FB9758"/>
    <a:srgbClr val="FF8E46"/>
    <a:srgbClr val="F58C6B"/>
    <a:srgbClr val="F26336"/>
    <a:srgbClr val="000000"/>
    <a:srgbClr val="7D90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28" autoAdjust="0"/>
    <p:restoredTop sz="94660"/>
  </p:normalViewPr>
  <p:slideViewPr>
    <p:cSldViewPr snapToGrid="0">
      <p:cViewPr varScale="1">
        <p:scale>
          <a:sx n="68" d="100"/>
          <a:sy n="68" d="100"/>
        </p:scale>
        <p:origin x="960" y="66"/>
      </p:cViewPr>
      <p:guideLst>
        <p:guide orient="horz" pos="2160"/>
        <p:guide pos="3839"/>
        <p:guide pos="1007"/>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pt-BR"/>
          </a:p>
        </p:txBody>
      </p:sp>
      <p:sp>
        <p:nvSpPr>
          <p:cNvPr id="3" name="Espaço reservado para dat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rtl="0"/>
            <a:fld id="{70981B7D-53F6-4039-A8FA-44779F95F4C7}" type="datetime1">
              <a:rPr lang="pt-BR" smtClean="0"/>
              <a:t>10/04/2026</a:t>
            </a:fld>
            <a:endParaRPr lang="pt-BR"/>
          </a:p>
        </p:txBody>
      </p:sp>
      <p:sp>
        <p:nvSpPr>
          <p:cNvPr id="4" name="Espaço reservado para rodapé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pt-BR"/>
          </a:p>
        </p:txBody>
      </p:sp>
      <p:sp>
        <p:nvSpPr>
          <p:cNvPr id="5" name="Espaço reservado para o número do slid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04360E59-1627-4404-ACC5-51C744AB0F27}" type="slidenum">
              <a:rPr lang="pt-BR" smtClean="0"/>
              <a:t>‹nº›</a:t>
            </a:fld>
            <a:endParaRPr lang="pt-BR"/>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pPr rtl="0"/>
            <a:endParaRPr lang="pt-BR" noProof="0"/>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pPr rtl="0"/>
            <a:fld id="{FD1732DB-6DE7-4ED0-8D58-5BB99683AAF5}" type="datetime1">
              <a:rPr lang="pt-BR" noProof="0" smtClean="0"/>
              <a:t>10/04/2026</a:t>
            </a:fld>
            <a:endParaRPr lang="pt-BR" noProof="0"/>
          </a:p>
        </p:txBody>
      </p:sp>
      <p:sp>
        <p:nvSpPr>
          <p:cNvPr id="4" name="Espaço reservado para a imagem do slide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endParaRPr lang="pt-BR" noProof="0"/>
          </a:p>
        </p:txBody>
      </p:sp>
      <p:sp>
        <p:nvSpPr>
          <p:cNvPr id="5" name="Espaço reservado para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pt-BR" noProof="0"/>
              <a:t>Clique para editar o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pPr rtl="0"/>
            <a:endParaRPr lang="pt-BR" noProof="0"/>
          </a:p>
        </p:txBody>
      </p:sp>
      <p:sp>
        <p:nvSpPr>
          <p:cNvPr id="7" name="Espaço reservado para o número do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pPr rtl="0"/>
            <a:fld id="{841221E5-7225-48EB-A4EE-420E7BFCF705}" type="slidenum">
              <a:rPr lang="pt-BR" noProof="0" smtClean="0"/>
              <a:pPr rtl="0"/>
              <a:t>‹nº›</a:t>
            </a:fld>
            <a:endParaRPr lang="pt-BR" noProof="0"/>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62426-558F-C8AE-CB41-7B1938E089D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557AE7F-213A-32C6-FCCB-C038133E02A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F4AD908-3A54-2F2E-3F08-F1FA165C964C}"/>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920547AD-9E9A-08CC-4A5D-3E717C5FAF26}"/>
              </a:ext>
            </a:extLst>
          </p:cNvPr>
          <p:cNvSpPr>
            <a:spLocks noGrp="1"/>
          </p:cNvSpPr>
          <p:nvPr>
            <p:ph type="sldNum" sz="quarter" idx="10"/>
          </p:nvPr>
        </p:nvSpPr>
        <p:spPr/>
        <p:txBody>
          <a:bodyPr/>
          <a:lstStyle/>
          <a:p>
            <a:pPr rtl="0"/>
            <a:fld id="{841221E5-7225-48EB-A4EE-420E7BFCF705}" type="slidenum">
              <a:rPr lang="pt-BR" smtClean="0"/>
              <a:pPr rtl="0"/>
              <a:t>1</a:t>
            </a:fld>
            <a:endParaRPr lang="pt-BR"/>
          </a:p>
        </p:txBody>
      </p:sp>
    </p:spTree>
    <p:extLst>
      <p:ext uri="{BB962C8B-B14F-4D97-AF65-F5344CB8AC3E}">
        <p14:creationId xmlns:p14="http://schemas.microsoft.com/office/powerpoint/2010/main" val="2020583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2</a:t>
            </a:fld>
            <a:endParaRPr lang="pt-BR"/>
          </a:p>
        </p:txBody>
      </p:sp>
    </p:spTree>
    <p:extLst>
      <p:ext uri="{BB962C8B-B14F-4D97-AF65-F5344CB8AC3E}">
        <p14:creationId xmlns:p14="http://schemas.microsoft.com/office/powerpoint/2010/main" val="2152819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3</a:t>
            </a:fld>
            <a:endParaRPr lang="pt-BR"/>
          </a:p>
        </p:txBody>
      </p:sp>
    </p:spTree>
    <p:extLst>
      <p:ext uri="{BB962C8B-B14F-4D97-AF65-F5344CB8AC3E}">
        <p14:creationId xmlns:p14="http://schemas.microsoft.com/office/powerpoint/2010/main" val="3287545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4</a:t>
            </a:fld>
            <a:endParaRPr lang="pt-BR"/>
          </a:p>
        </p:txBody>
      </p:sp>
    </p:spTree>
    <p:extLst>
      <p:ext uri="{BB962C8B-B14F-4D97-AF65-F5344CB8AC3E}">
        <p14:creationId xmlns:p14="http://schemas.microsoft.com/office/powerpoint/2010/main" val="4189129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5</a:t>
            </a:fld>
            <a:endParaRPr lang="pt-BR"/>
          </a:p>
        </p:txBody>
      </p:sp>
    </p:spTree>
    <p:extLst>
      <p:ext uri="{BB962C8B-B14F-4D97-AF65-F5344CB8AC3E}">
        <p14:creationId xmlns:p14="http://schemas.microsoft.com/office/powerpoint/2010/main" val="2314647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6</a:t>
            </a:fld>
            <a:endParaRPr lang="pt-BR"/>
          </a:p>
        </p:txBody>
      </p:sp>
    </p:spTree>
    <p:extLst>
      <p:ext uri="{BB962C8B-B14F-4D97-AF65-F5344CB8AC3E}">
        <p14:creationId xmlns:p14="http://schemas.microsoft.com/office/powerpoint/2010/main" val="3848400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7</a:t>
            </a:fld>
            <a:endParaRPr lang="pt-BR"/>
          </a:p>
        </p:txBody>
      </p:sp>
    </p:spTree>
    <p:extLst>
      <p:ext uri="{BB962C8B-B14F-4D97-AF65-F5344CB8AC3E}">
        <p14:creationId xmlns:p14="http://schemas.microsoft.com/office/powerpoint/2010/main" val="2452319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8</a:t>
            </a:fld>
            <a:endParaRPr lang="pt-BR"/>
          </a:p>
        </p:txBody>
      </p:sp>
    </p:spTree>
    <p:extLst>
      <p:ext uri="{BB962C8B-B14F-4D97-AF65-F5344CB8AC3E}">
        <p14:creationId xmlns:p14="http://schemas.microsoft.com/office/powerpoint/2010/main" val="2444801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9</a:t>
            </a:fld>
            <a:endParaRPr lang="pt-BR"/>
          </a:p>
        </p:txBody>
      </p:sp>
    </p:spTree>
    <p:extLst>
      <p:ext uri="{BB962C8B-B14F-4D97-AF65-F5344CB8AC3E}">
        <p14:creationId xmlns:p14="http://schemas.microsoft.com/office/powerpoint/2010/main" val="2207482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16D90-A235-52B6-6B3C-B9585C6667C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8F8A89E-CCE3-E289-C7E8-713A57C532D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3AE4454-0D28-E8C5-78C1-BC6573D81042}"/>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D4CC9E6C-DE84-A32A-9106-2388935C393C}"/>
              </a:ext>
            </a:extLst>
          </p:cNvPr>
          <p:cNvSpPr>
            <a:spLocks noGrp="1"/>
          </p:cNvSpPr>
          <p:nvPr>
            <p:ph type="sldNum" sz="quarter" idx="10"/>
          </p:nvPr>
        </p:nvSpPr>
        <p:spPr/>
        <p:txBody>
          <a:bodyPr/>
          <a:lstStyle/>
          <a:p>
            <a:pPr rtl="0"/>
            <a:fld id="{841221E5-7225-48EB-A4EE-420E7BFCF705}" type="slidenum">
              <a:rPr lang="pt-BR" smtClean="0"/>
              <a:pPr rtl="0"/>
              <a:t>10</a:t>
            </a:fld>
            <a:endParaRPr lang="pt-BR"/>
          </a:p>
        </p:txBody>
      </p:sp>
    </p:spTree>
    <p:extLst>
      <p:ext uri="{BB962C8B-B14F-4D97-AF65-F5344CB8AC3E}">
        <p14:creationId xmlns:p14="http://schemas.microsoft.com/office/powerpoint/2010/main" val="3612908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1CC2F-088F-1E6D-AE14-CCB399E4EF2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D012ADA-F3CC-0E19-5755-827F7B752CF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3058555-DAB5-D686-B9F9-9003B2400243}"/>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0DCCF35F-C289-AF53-4392-51BBD858AA49}"/>
              </a:ext>
            </a:extLst>
          </p:cNvPr>
          <p:cNvSpPr>
            <a:spLocks noGrp="1"/>
          </p:cNvSpPr>
          <p:nvPr>
            <p:ph type="sldNum" sz="quarter" idx="10"/>
          </p:nvPr>
        </p:nvSpPr>
        <p:spPr/>
        <p:txBody>
          <a:bodyPr/>
          <a:lstStyle/>
          <a:p>
            <a:pPr rtl="0"/>
            <a:fld id="{841221E5-7225-48EB-A4EE-420E7BFCF705}" type="slidenum">
              <a:rPr lang="pt-BR" smtClean="0"/>
              <a:pPr rtl="0"/>
              <a:t>11</a:t>
            </a:fld>
            <a:endParaRPr lang="pt-BR"/>
          </a:p>
        </p:txBody>
      </p:sp>
    </p:spTree>
    <p:extLst>
      <p:ext uri="{BB962C8B-B14F-4D97-AF65-F5344CB8AC3E}">
        <p14:creationId xmlns:p14="http://schemas.microsoft.com/office/powerpoint/2010/main" val="2829413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12</a:t>
            </a:fld>
            <a:endParaRPr lang="pt-BR"/>
          </a:p>
        </p:txBody>
      </p:sp>
    </p:spTree>
    <p:extLst>
      <p:ext uri="{BB962C8B-B14F-4D97-AF65-F5344CB8AC3E}">
        <p14:creationId xmlns:p14="http://schemas.microsoft.com/office/powerpoint/2010/main" val="5489701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40285-789D-CC8C-7CAB-DE9C169D741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E45EF22-0CE1-727E-CDF3-EFED07BD67A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86BFE7F-9226-EB7A-5199-B7581ECAFE5C}"/>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5373AD7E-4C63-C147-5B8C-7D5CD19B7096}"/>
              </a:ext>
            </a:extLst>
          </p:cNvPr>
          <p:cNvSpPr>
            <a:spLocks noGrp="1"/>
          </p:cNvSpPr>
          <p:nvPr>
            <p:ph type="sldNum" sz="quarter" idx="10"/>
          </p:nvPr>
        </p:nvSpPr>
        <p:spPr/>
        <p:txBody>
          <a:bodyPr/>
          <a:lstStyle/>
          <a:p>
            <a:pPr rtl="0"/>
            <a:fld id="{841221E5-7225-48EB-A4EE-420E7BFCF705}" type="slidenum">
              <a:rPr lang="pt-BR" smtClean="0"/>
              <a:pPr rtl="0"/>
              <a:t>13</a:t>
            </a:fld>
            <a:endParaRPr lang="pt-BR"/>
          </a:p>
        </p:txBody>
      </p:sp>
    </p:spTree>
    <p:extLst>
      <p:ext uri="{BB962C8B-B14F-4D97-AF65-F5344CB8AC3E}">
        <p14:creationId xmlns:p14="http://schemas.microsoft.com/office/powerpoint/2010/main" val="16525998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8DB86-76D5-CB83-65BE-18FCE218401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9C04E9C-0E90-6CED-5246-AD3F31989E2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AFD6404-38A6-C713-3C93-C80CF18F8764}"/>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D4031D13-FD93-5494-C2AF-D03E9535DBAB}"/>
              </a:ext>
            </a:extLst>
          </p:cNvPr>
          <p:cNvSpPr>
            <a:spLocks noGrp="1"/>
          </p:cNvSpPr>
          <p:nvPr>
            <p:ph type="sldNum" sz="quarter" idx="10"/>
          </p:nvPr>
        </p:nvSpPr>
        <p:spPr/>
        <p:txBody>
          <a:bodyPr/>
          <a:lstStyle/>
          <a:p>
            <a:pPr rtl="0"/>
            <a:fld id="{841221E5-7225-48EB-A4EE-420E7BFCF705}" type="slidenum">
              <a:rPr lang="pt-BR" smtClean="0"/>
              <a:pPr rtl="0"/>
              <a:t>14</a:t>
            </a:fld>
            <a:endParaRPr lang="pt-BR"/>
          </a:p>
        </p:txBody>
      </p:sp>
    </p:spTree>
    <p:extLst>
      <p:ext uri="{BB962C8B-B14F-4D97-AF65-F5344CB8AC3E}">
        <p14:creationId xmlns:p14="http://schemas.microsoft.com/office/powerpoint/2010/main" val="4060246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15</a:t>
            </a:fld>
            <a:endParaRPr lang="pt-BR"/>
          </a:p>
        </p:txBody>
      </p:sp>
    </p:spTree>
    <p:extLst>
      <p:ext uri="{BB962C8B-B14F-4D97-AF65-F5344CB8AC3E}">
        <p14:creationId xmlns:p14="http://schemas.microsoft.com/office/powerpoint/2010/main" val="31974672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16</a:t>
            </a:fld>
            <a:endParaRPr lang="pt-BR"/>
          </a:p>
        </p:txBody>
      </p:sp>
    </p:spTree>
    <p:extLst>
      <p:ext uri="{BB962C8B-B14F-4D97-AF65-F5344CB8AC3E}">
        <p14:creationId xmlns:p14="http://schemas.microsoft.com/office/powerpoint/2010/main" val="17572752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8398A-0675-1C80-C856-1DB8C5428B3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96CBDD8-0477-4C23-DE12-F7C64E97DC0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C77ADDE-E8C7-F4BE-EE65-AA412361B781}"/>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A615FBA4-99DC-0E1C-0FA5-99D825A0EC89}"/>
              </a:ext>
            </a:extLst>
          </p:cNvPr>
          <p:cNvSpPr>
            <a:spLocks noGrp="1"/>
          </p:cNvSpPr>
          <p:nvPr>
            <p:ph type="sldNum" sz="quarter" idx="10"/>
          </p:nvPr>
        </p:nvSpPr>
        <p:spPr/>
        <p:txBody>
          <a:bodyPr/>
          <a:lstStyle/>
          <a:p>
            <a:pPr rtl="0"/>
            <a:fld id="{841221E5-7225-48EB-A4EE-420E7BFCF705}" type="slidenum">
              <a:rPr lang="pt-BR" smtClean="0"/>
              <a:pPr rtl="0"/>
              <a:t>17</a:t>
            </a:fld>
            <a:endParaRPr lang="pt-BR"/>
          </a:p>
        </p:txBody>
      </p:sp>
    </p:spTree>
    <p:extLst>
      <p:ext uri="{BB962C8B-B14F-4D97-AF65-F5344CB8AC3E}">
        <p14:creationId xmlns:p14="http://schemas.microsoft.com/office/powerpoint/2010/main" val="7173327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AF889-FCA0-EBD3-D0D0-C112DDEAC92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53F56E0-00B3-8AF5-0A29-5622EC86E8A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DDDEC36-BE2F-53E4-19E2-5E70FC54099B}"/>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4285103D-045E-C0AE-AA19-A7FD90B903F2}"/>
              </a:ext>
            </a:extLst>
          </p:cNvPr>
          <p:cNvSpPr>
            <a:spLocks noGrp="1"/>
          </p:cNvSpPr>
          <p:nvPr>
            <p:ph type="sldNum" sz="quarter" idx="10"/>
          </p:nvPr>
        </p:nvSpPr>
        <p:spPr/>
        <p:txBody>
          <a:bodyPr/>
          <a:lstStyle/>
          <a:p>
            <a:pPr rtl="0"/>
            <a:fld id="{841221E5-7225-48EB-A4EE-420E7BFCF705}" type="slidenum">
              <a:rPr lang="pt-BR" smtClean="0"/>
              <a:pPr rtl="0"/>
              <a:t>18</a:t>
            </a:fld>
            <a:endParaRPr lang="pt-BR"/>
          </a:p>
        </p:txBody>
      </p:sp>
    </p:spTree>
    <p:extLst>
      <p:ext uri="{BB962C8B-B14F-4D97-AF65-F5344CB8AC3E}">
        <p14:creationId xmlns:p14="http://schemas.microsoft.com/office/powerpoint/2010/main" val="8558686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D1F83-DA04-A640-E99B-259F84DDCBD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9D717A5-F3A8-3180-AD75-0706103F1B3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CFEAC56-92C3-84B7-02E7-0A3D08D8CA9F}"/>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C5F532B-9508-C3DB-79BF-FE06A97C0F77}"/>
              </a:ext>
            </a:extLst>
          </p:cNvPr>
          <p:cNvSpPr>
            <a:spLocks noGrp="1"/>
          </p:cNvSpPr>
          <p:nvPr>
            <p:ph type="sldNum" sz="quarter" idx="10"/>
          </p:nvPr>
        </p:nvSpPr>
        <p:spPr/>
        <p:txBody>
          <a:bodyPr/>
          <a:lstStyle/>
          <a:p>
            <a:pPr rtl="0"/>
            <a:fld id="{841221E5-7225-48EB-A4EE-420E7BFCF705}" type="slidenum">
              <a:rPr lang="pt-BR" smtClean="0"/>
              <a:pPr rtl="0"/>
              <a:t>19</a:t>
            </a:fld>
            <a:endParaRPr lang="pt-BR"/>
          </a:p>
        </p:txBody>
      </p:sp>
    </p:spTree>
    <p:extLst>
      <p:ext uri="{BB962C8B-B14F-4D97-AF65-F5344CB8AC3E}">
        <p14:creationId xmlns:p14="http://schemas.microsoft.com/office/powerpoint/2010/main" val="40028884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0F53A-FC16-755C-E1EB-495A7F43CAB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1F5A93A-F9D9-A2AB-6A53-1F792DFDDC0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74EB70B-22E5-D9D1-D90E-A61A653EEE45}"/>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8D4C3AD4-107B-5790-7538-E4D1DC282022}"/>
              </a:ext>
            </a:extLst>
          </p:cNvPr>
          <p:cNvSpPr>
            <a:spLocks noGrp="1"/>
          </p:cNvSpPr>
          <p:nvPr>
            <p:ph type="sldNum" sz="quarter" idx="10"/>
          </p:nvPr>
        </p:nvSpPr>
        <p:spPr/>
        <p:txBody>
          <a:bodyPr/>
          <a:lstStyle/>
          <a:p>
            <a:pPr rtl="0"/>
            <a:fld id="{841221E5-7225-48EB-A4EE-420E7BFCF705}" type="slidenum">
              <a:rPr lang="pt-BR" smtClean="0"/>
              <a:pPr rtl="0"/>
              <a:t>20</a:t>
            </a:fld>
            <a:endParaRPr lang="pt-BR"/>
          </a:p>
        </p:txBody>
      </p:sp>
    </p:spTree>
    <p:extLst>
      <p:ext uri="{BB962C8B-B14F-4D97-AF65-F5344CB8AC3E}">
        <p14:creationId xmlns:p14="http://schemas.microsoft.com/office/powerpoint/2010/main" val="42352856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895A1-C579-C64D-C262-AD8D880AD49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BD09CD7-385D-C412-4CF2-C39CA104E28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909449F-DC3A-87E5-0A90-E9F2AD7C46D0}"/>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A74F9D33-A0EE-E17F-48D2-61C77E0FBF29}"/>
              </a:ext>
            </a:extLst>
          </p:cNvPr>
          <p:cNvSpPr>
            <a:spLocks noGrp="1"/>
          </p:cNvSpPr>
          <p:nvPr>
            <p:ph type="sldNum" sz="quarter" idx="10"/>
          </p:nvPr>
        </p:nvSpPr>
        <p:spPr/>
        <p:txBody>
          <a:bodyPr/>
          <a:lstStyle/>
          <a:p>
            <a:pPr rtl="0"/>
            <a:fld id="{841221E5-7225-48EB-A4EE-420E7BFCF705}" type="slidenum">
              <a:rPr lang="pt-BR" smtClean="0"/>
              <a:pPr rtl="0"/>
              <a:t>21</a:t>
            </a:fld>
            <a:endParaRPr lang="pt-BR"/>
          </a:p>
        </p:txBody>
      </p:sp>
    </p:spTree>
    <p:extLst>
      <p:ext uri="{BB962C8B-B14F-4D97-AF65-F5344CB8AC3E}">
        <p14:creationId xmlns:p14="http://schemas.microsoft.com/office/powerpoint/2010/main" val="17524932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0189D-B18A-FC0F-3DB1-761B6E77746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E57F819-91DD-BB3B-9411-86E87C73925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A82ED55-3E2C-5800-1853-6717C0A216BB}"/>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FA4DB481-6502-4492-3981-9B4A76ACC8CD}"/>
              </a:ext>
            </a:extLst>
          </p:cNvPr>
          <p:cNvSpPr>
            <a:spLocks noGrp="1"/>
          </p:cNvSpPr>
          <p:nvPr>
            <p:ph type="sldNum" sz="quarter" idx="10"/>
          </p:nvPr>
        </p:nvSpPr>
        <p:spPr/>
        <p:txBody>
          <a:bodyPr/>
          <a:lstStyle/>
          <a:p>
            <a:pPr rtl="0"/>
            <a:fld id="{841221E5-7225-48EB-A4EE-420E7BFCF705}" type="slidenum">
              <a:rPr lang="pt-BR" smtClean="0"/>
              <a:pPr rtl="0"/>
              <a:t>22</a:t>
            </a:fld>
            <a:endParaRPr lang="pt-BR"/>
          </a:p>
        </p:txBody>
      </p:sp>
    </p:spTree>
    <p:extLst>
      <p:ext uri="{BB962C8B-B14F-4D97-AF65-F5344CB8AC3E}">
        <p14:creationId xmlns:p14="http://schemas.microsoft.com/office/powerpoint/2010/main" val="5459367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A971F-C8F6-278C-11F3-F839E7DBA78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406E353-9E24-2188-EB94-0D9D02D5C420}"/>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F1665DB-2D56-F364-F2B8-E593B4FE2ED9}"/>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F9ABA9A6-063E-6A23-D312-9A8BBD43F6D1}"/>
              </a:ext>
            </a:extLst>
          </p:cNvPr>
          <p:cNvSpPr>
            <a:spLocks noGrp="1"/>
          </p:cNvSpPr>
          <p:nvPr>
            <p:ph type="sldNum" sz="quarter" idx="10"/>
          </p:nvPr>
        </p:nvSpPr>
        <p:spPr/>
        <p:txBody>
          <a:bodyPr/>
          <a:lstStyle/>
          <a:p>
            <a:pPr rtl="0"/>
            <a:fld id="{841221E5-7225-48EB-A4EE-420E7BFCF705}" type="slidenum">
              <a:rPr lang="pt-BR" smtClean="0"/>
              <a:pPr rtl="0"/>
              <a:t>23</a:t>
            </a:fld>
            <a:endParaRPr lang="pt-BR"/>
          </a:p>
        </p:txBody>
      </p:sp>
    </p:spTree>
    <p:extLst>
      <p:ext uri="{BB962C8B-B14F-4D97-AF65-F5344CB8AC3E}">
        <p14:creationId xmlns:p14="http://schemas.microsoft.com/office/powerpoint/2010/main" val="42450840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98B7E-A284-EC6A-9F25-C96DDECF2CF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6868D33-C39A-E2D4-5104-F7788ADEAC3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133107E-3E75-91E7-468D-51453460046C}"/>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14287CBC-40E7-6CE5-ACA1-2898470D4626}"/>
              </a:ext>
            </a:extLst>
          </p:cNvPr>
          <p:cNvSpPr>
            <a:spLocks noGrp="1"/>
          </p:cNvSpPr>
          <p:nvPr>
            <p:ph type="sldNum" sz="quarter" idx="10"/>
          </p:nvPr>
        </p:nvSpPr>
        <p:spPr/>
        <p:txBody>
          <a:bodyPr/>
          <a:lstStyle/>
          <a:p>
            <a:pPr rtl="0"/>
            <a:fld id="{841221E5-7225-48EB-A4EE-420E7BFCF705}" type="slidenum">
              <a:rPr lang="pt-BR" smtClean="0"/>
              <a:pPr rtl="0"/>
              <a:t>24</a:t>
            </a:fld>
            <a:endParaRPr lang="pt-BR"/>
          </a:p>
        </p:txBody>
      </p:sp>
    </p:spTree>
    <p:extLst>
      <p:ext uri="{BB962C8B-B14F-4D97-AF65-F5344CB8AC3E}">
        <p14:creationId xmlns:p14="http://schemas.microsoft.com/office/powerpoint/2010/main" val="12304102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3F469-5C2A-8EFF-BE76-BB8CF2CA58F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806ED5A-191A-733A-F17B-4402F247235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8FD6E08-8228-3830-3474-76AE454B62B1}"/>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3FF52206-280B-56E1-DDA9-C2806BAF3F90}"/>
              </a:ext>
            </a:extLst>
          </p:cNvPr>
          <p:cNvSpPr>
            <a:spLocks noGrp="1"/>
          </p:cNvSpPr>
          <p:nvPr>
            <p:ph type="sldNum" sz="quarter" idx="10"/>
          </p:nvPr>
        </p:nvSpPr>
        <p:spPr/>
        <p:txBody>
          <a:bodyPr/>
          <a:lstStyle/>
          <a:p>
            <a:pPr rtl="0"/>
            <a:fld id="{841221E5-7225-48EB-A4EE-420E7BFCF705}" type="slidenum">
              <a:rPr lang="pt-BR" smtClean="0"/>
              <a:pPr rtl="0"/>
              <a:t>25</a:t>
            </a:fld>
            <a:endParaRPr lang="pt-BR"/>
          </a:p>
        </p:txBody>
      </p:sp>
    </p:spTree>
    <p:extLst>
      <p:ext uri="{BB962C8B-B14F-4D97-AF65-F5344CB8AC3E}">
        <p14:creationId xmlns:p14="http://schemas.microsoft.com/office/powerpoint/2010/main" val="19332948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2C6A7-E54C-3562-D84F-C99036E327A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D5DBC2F-2DFE-37A9-8F28-AA17735C0A9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5D3D2BD-F503-DD5F-E5FD-F2B808000823}"/>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3C45218E-FBA4-AEC4-D014-D5DE36E90205}"/>
              </a:ext>
            </a:extLst>
          </p:cNvPr>
          <p:cNvSpPr>
            <a:spLocks noGrp="1"/>
          </p:cNvSpPr>
          <p:nvPr>
            <p:ph type="sldNum" sz="quarter" idx="10"/>
          </p:nvPr>
        </p:nvSpPr>
        <p:spPr/>
        <p:txBody>
          <a:bodyPr/>
          <a:lstStyle/>
          <a:p>
            <a:pPr rtl="0"/>
            <a:fld id="{841221E5-7225-48EB-A4EE-420E7BFCF705}" type="slidenum">
              <a:rPr lang="pt-BR" smtClean="0"/>
              <a:pPr rtl="0"/>
              <a:t>26</a:t>
            </a:fld>
            <a:endParaRPr lang="pt-BR"/>
          </a:p>
        </p:txBody>
      </p:sp>
    </p:spTree>
    <p:extLst>
      <p:ext uri="{BB962C8B-B14F-4D97-AF65-F5344CB8AC3E}">
        <p14:creationId xmlns:p14="http://schemas.microsoft.com/office/powerpoint/2010/main" val="12416547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99FDF-5C68-2EE4-56B1-1A8C305C62C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C6963F8-0895-361A-8A55-3053F7D9E8F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279533A-ABD0-6C97-4A65-DD19A04D00CB}"/>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FCE255F7-BE33-11BD-EBB4-637EF3D064CB}"/>
              </a:ext>
            </a:extLst>
          </p:cNvPr>
          <p:cNvSpPr>
            <a:spLocks noGrp="1"/>
          </p:cNvSpPr>
          <p:nvPr>
            <p:ph type="sldNum" sz="quarter" idx="10"/>
          </p:nvPr>
        </p:nvSpPr>
        <p:spPr/>
        <p:txBody>
          <a:bodyPr/>
          <a:lstStyle/>
          <a:p>
            <a:pPr rtl="0"/>
            <a:fld id="{841221E5-7225-48EB-A4EE-420E7BFCF705}" type="slidenum">
              <a:rPr lang="pt-BR" smtClean="0"/>
              <a:pPr rtl="0"/>
              <a:t>27</a:t>
            </a:fld>
            <a:endParaRPr lang="pt-BR"/>
          </a:p>
        </p:txBody>
      </p:sp>
    </p:spTree>
    <p:extLst>
      <p:ext uri="{BB962C8B-B14F-4D97-AF65-F5344CB8AC3E}">
        <p14:creationId xmlns:p14="http://schemas.microsoft.com/office/powerpoint/2010/main" val="30485207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B6E73-9768-7CD2-F0C9-822A9E8F1B7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8A804CD-5A23-11A5-E9DF-7A2A92EC9D6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B741D72-1B24-4ECC-C21D-0EB2620B26B4}"/>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F1F401C0-1120-B445-CD1E-A51021AF5A39}"/>
              </a:ext>
            </a:extLst>
          </p:cNvPr>
          <p:cNvSpPr>
            <a:spLocks noGrp="1"/>
          </p:cNvSpPr>
          <p:nvPr>
            <p:ph type="sldNum" sz="quarter" idx="10"/>
          </p:nvPr>
        </p:nvSpPr>
        <p:spPr/>
        <p:txBody>
          <a:bodyPr/>
          <a:lstStyle/>
          <a:p>
            <a:pPr rtl="0"/>
            <a:fld id="{841221E5-7225-48EB-A4EE-420E7BFCF705}" type="slidenum">
              <a:rPr lang="pt-BR" smtClean="0"/>
              <a:pPr rtl="0"/>
              <a:t>28</a:t>
            </a:fld>
            <a:endParaRPr lang="pt-BR"/>
          </a:p>
        </p:txBody>
      </p:sp>
    </p:spTree>
    <p:extLst>
      <p:ext uri="{BB962C8B-B14F-4D97-AF65-F5344CB8AC3E}">
        <p14:creationId xmlns:p14="http://schemas.microsoft.com/office/powerpoint/2010/main" val="14132034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29</a:t>
            </a:fld>
            <a:endParaRPr lang="pt-BR"/>
          </a:p>
        </p:txBody>
      </p:sp>
    </p:spTree>
    <p:extLst>
      <p:ext uri="{BB962C8B-B14F-4D97-AF65-F5344CB8AC3E}">
        <p14:creationId xmlns:p14="http://schemas.microsoft.com/office/powerpoint/2010/main" val="1320080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CD289-7613-2B42-EE94-F5DA2D11A3D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BB6F167-0721-B018-0F27-ADDBE5C8D6B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8FA90BD-3AB4-C76A-8728-7017FF952549}"/>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AFD5EB19-A80D-AD85-A224-85AC5E9397EF}"/>
              </a:ext>
            </a:extLst>
          </p:cNvPr>
          <p:cNvSpPr>
            <a:spLocks noGrp="1"/>
          </p:cNvSpPr>
          <p:nvPr>
            <p:ph type="sldNum" sz="quarter" idx="10"/>
          </p:nvPr>
        </p:nvSpPr>
        <p:spPr/>
        <p:txBody>
          <a:bodyPr/>
          <a:lstStyle/>
          <a:p>
            <a:pPr rtl="0"/>
            <a:fld id="{841221E5-7225-48EB-A4EE-420E7BFCF705}" type="slidenum">
              <a:rPr lang="pt-BR" smtClean="0"/>
              <a:pPr rtl="0"/>
              <a:t>30</a:t>
            </a:fld>
            <a:endParaRPr lang="pt-BR"/>
          </a:p>
        </p:txBody>
      </p:sp>
    </p:spTree>
    <p:extLst>
      <p:ext uri="{BB962C8B-B14F-4D97-AF65-F5344CB8AC3E}">
        <p14:creationId xmlns:p14="http://schemas.microsoft.com/office/powerpoint/2010/main" val="4180008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31</a:t>
            </a:fld>
            <a:endParaRPr lang="pt-BR"/>
          </a:p>
        </p:txBody>
      </p:sp>
    </p:spTree>
    <p:extLst>
      <p:ext uri="{BB962C8B-B14F-4D97-AF65-F5344CB8AC3E}">
        <p14:creationId xmlns:p14="http://schemas.microsoft.com/office/powerpoint/2010/main" val="33418283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D5126-FE74-F482-8FF3-AE9E3D071B9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007F9EC-5D32-A717-7DAF-50178DFA060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39AE823-8ABF-54F0-DE14-C9955A3C5D51}"/>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1FBB1DC9-800C-1050-C21A-15D811F078A2}"/>
              </a:ext>
            </a:extLst>
          </p:cNvPr>
          <p:cNvSpPr>
            <a:spLocks noGrp="1"/>
          </p:cNvSpPr>
          <p:nvPr>
            <p:ph type="sldNum" sz="quarter" idx="10"/>
          </p:nvPr>
        </p:nvSpPr>
        <p:spPr/>
        <p:txBody>
          <a:bodyPr/>
          <a:lstStyle/>
          <a:p>
            <a:pPr rtl="0"/>
            <a:fld id="{841221E5-7225-48EB-A4EE-420E7BFCF705}" type="slidenum">
              <a:rPr lang="pt-BR" smtClean="0"/>
              <a:pPr rtl="0"/>
              <a:t>32</a:t>
            </a:fld>
            <a:endParaRPr lang="pt-BR"/>
          </a:p>
        </p:txBody>
      </p:sp>
    </p:spTree>
    <p:extLst>
      <p:ext uri="{BB962C8B-B14F-4D97-AF65-F5344CB8AC3E}">
        <p14:creationId xmlns:p14="http://schemas.microsoft.com/office/powerpoint/2010/main" val="9851052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34C61-4192-E933-DFDA-1E56DE486A6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744AE1A-C2BE-B938-C0EF-03A021AB918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8E492D8-756E-EF10-715E-7EF6907B5D43}"/>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2B240A07-DAD1-7EF4-CEFF-8F2C3F2E211D}"/>
              </a:ext>
            </a:extLst>
          </p:cNvPr>
          <p:cNvSpPr>
            <a:spLocks noGrp="1"/>
          </p:cNvSpPr>
          <p:nvPr>
            <p:ph type="sldNum" sz="quarter" idx="10"/>
          </p:nvPr>
        </p:nvSpPr>
        <p:spPr/>
        <p:txBody>
          <a:bodyPr/>
          <a:lstStyle/>
          <a:p>
            <a:pPr rtl="0"/>
            <a:fld id="{841221E5-7225-48EB-A4EE-420E7BFCF705}" type="slidenum">
              <a:rPr lang="pt-BR" smtClean="0"/>
              <a:pPr rtl="0"/>
              <a:t>33</a:t>
            </a:fld>
            <a:endParaRPr lang="pt-BR"/>
          </a:p>
        </p:txBody>
      </p:sp>
    </p:spTree>
    <p:extLst>
      <p:ext uri="{BB962C8B-B14F-4D97-AF65-F5344CB8AC3E}">
        <p14:creationId xmlns:p14="http://schemas.microsoft.com/office/powerpoint/2010/main" val="42926409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E1233-D201-EEA0-0237-D9765938206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8EE1546-F7CF-634C-4FBB-A7D3B7F6036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5775F6F-3C87-5657-5672-632403E062CC}"/>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0F00A357-B8BE-85C4-AA49-F7A0A207AA7D}"/>
              </a:ext>
            </a:extLst>
          </p:cNvPr>
          <p:cNvSpPr>
            <a:spLocks noGrp="1"/>
          </p:cNvSpPr>
          <p:nvPr>
            <p:ph type="sldNum" sz="quarter" idx="10"/>
          </p:nvPr>
        </p:nvSpPr>
        <p:spPr/>
        <p:txBody>
          <a:bodyPr/>
          <a:lstStyle/>
          <a:p>
            <a:pPr rtl="0"/>
            <a:fld id="{841221E5-7225-48EB-A4EE-420E7BFCF705}" type="slidenum">
              <a:rPr lang="pt-BR" smtClean="0"/>
              <a:pPr rtl="0"/>
              <a:t>34</a:t>
            </a:fld>
            <a:endParaRPr lang="pt-BR"/>
          </a:p>
        </p:txBody>
      </p:sp>
    </p:spTree>
    <p:extLst>
      <p:ext uri="{BB962C8B-B14F-4D97-AF65-F5344CB8AC3E}">
        <p14:creationId xmlns:p14="http://schemas.microsoft.com/office/powerpoint/2010/main" val="22093712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2ED60-A25B-DAEA-367F-BE9D6AD187E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B53A215-9D46-5F0F-2853-3D0EC7D9C8A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03FEB64-6F20-5A8B-B00E-804F87BD51B5}"/>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42E0F09C-7980-A686-8E9B-59AC0AEA2C70}"/>
              </a:ext>
            </a:extLst>
          </p:cNvPr>
          <p:cNvSpPr>
            <a:spLocks noGrp="1"/>
          </p:cNvSpPr>
          <p:nvPr>
            <p:ph type="sldNum" sz="quarter" idx="10"/>
          </p:nvPr>
        </p:nvSpPr>
        <p:spPr/>
        <p:txBody>
          <a:bodyPr/>
          <a:lstStyle/>
          <a:p>
            <a:pPr rtl="0"/>
            <a:fld id="{841221E5-7225-48EB-A4EE-420E7BFCF705}" type="slidenum">
              <a:rPr lang="pt-BR" smtClean="0"/>
              <a:pPr rtl="0"/>
              <a:t>35</a:t>
            </a:fld>
            <a:endParaRPr lang="pt-BR"/>
          </a:p>
        </p:txBody>
      </p:sp>
    </p:spTree>
    <p:extLst>
      <p:ext uri="{BB962C8B-B14F-4D97-AF65-F5344CB8AC3E}">
        <p14:creationId xmlns:p14="http://schemas.microsoft.com/office/powerpoint/2010/main" val="4219508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8" name="Retângulo 7"/>
          <p:cNvSpPr/>
          <p:nvPr/>
        </p:nvSpPr>
        <p:spPr bwMode="ltGray">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9" name="Retângulo 8"/>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0" name="Retângulo 9"/>
          <p:cNvSpPr/>
          <p:nvPr/>
        </p:nvSpPr>
        <p:spPr bwMode="ltGray">
          <a:xfrm>
            <a:off x="121888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1" name="Retângulo 10"/>
          <p:cNvSpPr/>
          <p:nvPr/>
        </p:nvSpPr>
        <p:spPr bwMode="gray">
          <a:xfrm>
            <a:off x="0" y="0"/>
            <a:ext cx="1218883"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2" name="Retângulo 11"/>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cxnSp>
        <p:nvCxnSpPr>
          <p:cNvPr id="13" name="Conector reto 12"/>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tângulo 13"/>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cxnSp>
        <p:nvCxnSpPr>
          <p:cNvPr id="15" name="Conector reto 14"/>
          <p:cNvCxnSpPr/>
          <p:nvPr/>
        </p:nvCxnSpPr>
        <p:spPr bwMode="white">
          <a:xfrm>
            <a:off x="1218884"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Conector reto 15"/>
          <p:cNvCxnSpPr/>
          <p:nvPr/>
        </p:nvCxnSpPr>
        <p:spPr bwMode="white">
          <a:xfrm>
            <a:off x="0" y="5631204"/>
            <a:ext cx="18283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rtlCol="0" anchor="t" anchorCtr="0" compatLnSpc="1">
            <a:prstTxWarp prst="textNoShape">
              <a:avLst/>
            </a:prstTxWarp>
          </a:bodyPr>
          <a:lstStyle/>
          <a:p>
            <a:pPr rtl="0"/>
            <a:endParaRPr lang="pt-BR" noProof="0"/>
          </a:p>
        </p:txBody>
      </p:sp>
      <p:sp>
        <p:nvSpPr>
          <p:cNvPr id="2" name="Título 1"/>
          <p:cNvSpPr>
            <a:spLocks noGrp="1"/>
          </p:cNvSpPr>
          <p:nvPr>
            <p:ph type="ctrTitle"/>
          </p:nvPr>
        </p:nvSpPr>
        <p:spPr>
          <a:xfrm>
            <a:off x="2428669" y="1600200"/>
            <a:ext cx="8329031" cy="2680127"/>
          </a:xfrm>
        </p:spPr>
        <p:txBody>
          <a:bodyPr rtlCol="0">
            <a:noAutofit/>
          </a:bodyPr>
          <a:lstStyle>
            <a:lvl1pPr>
              <a:defRPr sz="5400"/>
            </a:lvl1pPr>
          </a:lstStyle>
          <a:p>
            <a:pPr rtl="0"/>
            <a:r>
              <a:rPr lang="pt-BR" noProof="0"/>
              <a:t>Clique para editar o título mestre</a:t>
            </a:r>
          </a:p>
        </p:txBody>
      </p:sp>
      <p:sp>
        <p:nvSpPr>
          <p:cNvPr id="3" name="Subtítulo 2"/>
          <p:cNvSpPr>
            <a:spLocks noGrp="1"/>
          </p:cNvSpPr>
          <p:nvPr>
            <p:ph type="subTitle" idx="1"/>
          </p:nvPr>
        </p:nvSpPr>
        <p:spPr>
          <a:xfrm>
            <a:off x="2428669" y="4344915"/>
            <a:ext cx="7516442" cy="1116085"/>
          </a:xfrm>
        </p:spPr>
        <p:txBody>
          <a:bodyPr rtlCol="0">
            <a:norm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pt-BR" noProof="0"/>
              <a:t>Clique para editar o estilo do subtítulo Mestre</a:t>
            </a:r>
          </a:p>
        </p:txBody>
      </p:sp>
      <p:sp>
        <p:nvSpPr>
          <p:cNvPr id="4" name="Espaço reservado para data 3"/>
          <p:cNvSpPr>
            <a:spLocks noGrp="1"/>
          </p:cNvSpPr>
          <p:nvPr>
            <p:ph type="dt" sz="half" idx="10"/>
          </p:nvPr>
        </p:nvSpPr>
        <p:spPr/>
        <p:txBody>
          <a:bodyPr rtlCol="0"/>
          <a:lstStyle>
            <a:lvl1pPr>
              <a:defRPr baseline="0">
                <a:solidFill>
                  <a:schemeClr val="tx2"/>
                </a:solidFill>
              </a:defRPr>
            </a:lvl1pPr>
          </a:lstStyle>
          <a:p>
            <a:pPr rtl="0"/>
            <a:fld id="{8CF9E3DC-7299-4B05-809A-5B49B2FE7AF9}" type="datetime1">
              <a:rPr lang="pt-BR" noProof="0" smtClean="0"/>
              <a:t>10/04/2026</a:t>
            </a:fld>
            <a:endParaRPr lang="pt-BR" noProof="0"/>
          </a:p>
        </p:txBody>
      </p:sp>
      <p:sp>
        <p:nvSpPr>
          <p:cNvPr id="5" name="Espaço reservado para rodapé 4"/>
          <p:cNvSpPr>
            <a:spLocks noGrp="1"/>
          </p:cNvSpPr>
          <p:nvPr>
            <p:ph type="ftr" sz="quarter" idx="11"/>
          </p:nvPr>
        </p:nvSpPr>
        <p:spPr/>
        <p:txBody>
          <a:bodyPr rtlCol="0"/>
          <a:lstStyle>
            <a:lvl1pPr>
              <a:defRPr baseline="0">
                <a:solidFill>
                  <a:schemeClr val="tx2"/>
                </a:solidFill>
              </a:defRPr>
            </a:lvl1pPr>
          </a:lstStyle>
          <a:p>
            <a:pPr rtl="0"/>
            <a:r>
              <a:rPr lang="pt-BR" noProof="0"/>
              <a:t>Equipe_04</a:t>
            </a:r>
          </a:p>
        </p:txBody>
      </p:sp>
      <p:sp>
        <p:nvSpPr>
          <p:cNvPr id="6" name="Espaço reservado para o número do slide 5"/>
          <p:cNvSpPr>
            <a:spLocks noGrp="1"/>
          </p:cNvSpPr>
          <p:nvPr>
            <p:ph type="sldNum" sz="quarter" idx="12"/>
          </p:nvPr>
        </p:nvSpPr>
        <p:spPr>
          <a:xfrm>
            <a:off x="10666412" y="6356351"/>
            <a:ext cx="609441" cy="365125"/>
          </a:xfrm>
        </p:spPr>
        <p:txBody>
          <a:bodyPr rtlCol="0"/>
          <a:lstStyle>
            <a:lvl1pPr>
              <a:defRPr baseline="0">
                <a:solidFill>
                  <a:schemeClr val="tx2"/>
                </a:solidFill>
              </a:defRPr>
            </a:lvl1pPr>
          </a:lstStyle>
          <a:p>
            <a:pPr rtl="0"/>
            <a:fld id="{7DC1BBB0-96F0-4077-A278-0F3FB5C104D3}" type="slidenum">
              <a:rPr lang="pt-BR" noProof="0" smtClean="0"/>
              <a:pPr rtl="0"/>
              <a:t>‹nº›</a:t>
            </a:fld>
            <a:endParaRPr lang="pt-BR" noProof="0"/>
          </a:p>
        </p:txBody>
      </p:sp>
    </p:spTree>
    <p:extLst>
      <p:ext uri="{BB962C8B-B14F-4D97-AF65-F5344CB8AC3E}">
        <p14:creationId xmlns:p14="http://schemas.microsoft.com/office/powerpoint/2010/main" val="381795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pt-BR" noProof="0"/>
              <a:t>Clique para editar o título mestre</a:t>
            </a:r>
          </a:p>
        </p:txBody>
      </p:sp>
      <p:sp>
        <p:nvSpPr>
          <p:cNvPr id="3" name="Espaço reservado para conteúdo 2"/>
          <p:cNvSpPr>
            <a:spLocks noGrp="1"/>
          </p:cNvSpPr>
          <p:nvPr>
            <p:ph idx="1"/>
          </p:nvPr>
        </p:nvSpPr>
        <p:spPr/>
        <p:txBody>
          <a:bodyPr rtlCol="0"/>
          <a:lstStyle>
            <a:lvl5pPr>
              <a:defRPr/>
            </a:lvl5pPr>
            <a:lvl6pPr>
              <a:defRPr/>
            </a:lvl6pPr>
            <a:lvl7pPr>
              <a:defRPr/>
            </a:lvl7pPr>
            <a:lvl8pPr>
              <a:defRPr/>
            </a:lvl8pPr>
            <a:lvl9pPr>
              <a:defRPr/>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p:txBody>
          <a:bodyPr rtlCol="0"/>
          <a:lstStyle/>
          <a:p>
            <a:pPr rtl="0"/>
            <a:fld id="{883CAA7E-3E75-44C8-A2C7-4C05D52B2FA1}" type="datetime1">
              <a:rPr lang="pt-BR" noProof="0" smtClean="0"/>
              <a:t>10/04/2026</a:t>
            </a:fld>
            <a:endParaRPr lang="pt-BR" noProof="0"/>
          </a:p>
        </p:txBody>
      </p:sp>
      <p:sp>
        <p:nvSpPr>
          <p:cNvPr id="5" name="Espaço reservado para rodapé 4"/>
          <p:cNvSpPr>
            <a:spLocks noGrp="1"/>
          </p:cNvSpPr>
          <p:nvPr>
            <p:ph type="ftr" sz="quarter" idx="11"/>
          </p:nvPr>
        </p:nvSpPr>
        <p:spPr/>
        <p:txBody>
          <a:bodyPr rtlCol="0"/>
          <a:lstStyle/>
          <a:p>
            <a:pPr rtl="0"/>
            <a:r>
              <a:rPr lang="pt-BR" noProof="0"/>
              <a:t>Equipe_04</a:t>
            </a:r>
          </a:p>
        </p:txBody>
      </p:sp>
      <p:sp>
        <p:nvSpPr>
          <p:cNvPr id="6" name="Espaço reservado para o número do slide 5"/>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218553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spTree>
      <p:nvGrpSpPr>
        <p:cNvPr id="1" name=""/>
        <p:cNvGrpSpPr/>
        <p:nvPr/>
      </p:nvGrpSpPr>
      <p:grpSpPr>
        <a:xfrm>
          <a:off x="0" y="0"/>
          <a:ext cx="0" cy="0"/>
          <a:chOff x="0" y="0"/>
          <a:chExt cx="0" cy="0"/>
        </a:xfrm>
      </p:grpSpPr>
      <p:sp>
        <p:nvSpPr>
          <p:cNvPr id="19" name="Retângulo 18"/>
          <p:cNvSpPr/>
          <p:nvPr/>
        </p:nvSpPr>
        <p:spPr bwMode="black">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0" name="Retângulo 19"/>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4" name="Retângulo 23"/>
          <p:cNvSpPr/>
          <p:nvPr/>
        </p:nvSpPr>
        <p:spPr bwMode="gray">
          <a:xfrm>
            <a:off x="1216152"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1" name="Retângulo 20"/>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cxnSp>
        <p:nvCxnSpPr>
          <p:cNvPr id="22" name="Conector reto 21"/>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tângulo 15"/>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8"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rtlCol="0" anchor="t" anchorCtr="0" compatLnSpc="1">
            <a:prstTxWarp prst="textNoShape">
              <a:avLst/>
            </a:prstTxWarp>
          </a:bodyPr>
          <a:lstStyle/>
          <a:p>
            <a:pPr rtl="0"/>
            <a:endParaRPr lang="pt-BR" noProof="0"/>
          </a:p>
        </p:txBody>
      </p:sp>
      <p:cxnSp>
        <p:nvCxnSpPr>
          <p:cNvPr id="23" name="Conector reto 22"/>
          <p:cNvCxnSpPr/>
          <p:nvPr/>
        </p:nvCxnSpPr>
        <p:spPr bwMode="white">
          <a:xfrm>
            <a:off x="1216152"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tângulo 25"/>
          <p:cNvSpPr/>
          <p:nvPr/>
        </p:nvSpPr>
        <p:spPr bwMode="black">
          <a:xfrm>
            <a:off x="11579384"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7" name="Retângulo 26"/>
          <p:cNvSpPr/>
          <p:nvPr/>
        </p:nvSpPr>
        <p:spPr bwMode="gray">
          <a:xfrm>
            <a:off x="11274663" y="0"/>
            <a:ext cx="304721"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8" name="Retângulo 27"/>
          <p:cNvSpPr/>
          <p:nvPr/>
        </p:nvSpPr>
        <p:spPr bwMode="gray">
          <a:xfrm>
            <a:off x="1218883"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9" name="Retângulo 28"/>
          <p:cNvSpPr/>
          <p:nvPr/>
        </p:nvSpPr>
        <p:spPr>
          <a:xfrm>
            <a:off x="-2" y="0"/>
            <a:ext cx="1218883"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30" name="Retângulo 29"/>
          <p:cNvSpPr/>
          <p:nvPr/>
        </p:nvSpPr>
        <p:spPr bwMode="ltGray">
          <a:xfrm>
            <a:off x="0" y="0"/>
            <a:ext cx="12188825" cy="6096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cxnSp>
        <p:nvCxnSpPr>
          <p:cNvPr id="31" name="Conector reto 30"/>
          <p:cNvCxnSpPr/>
          <p:nvPr/>
        </p:nvCxnSpPr>
        <p:spPr bwMode="white">
          <a:xfrm>
            <a:off x="11573293"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Retângulo 31"/>
          <p:cNvSpPr/>
          <p:nvPr/>
        </p:nvSpPr>
        <p:spPr bwMode="black">
          <a:xfrm>
            <a:off x="0" y="0"/>
            <a:ext cx="1216152"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cxnSp>
        <p:nvCxnSpPr>
          <p:cNvPr id="33" name="Conector reto 32"/>
          <p:cNvCxnSpPr/>
          <p:nvPr/>
        </p:nvCxnSpPr>
        <p:spPr bwMode="white">
          <a:xfrm>
            <a:off x="1218884"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ítulo 1"/>
          <p:cNvSpPr>
            <a:spLocks noGrp="1"/>
          </p:cNvSpPr>
          <p:nvPr>
            <p:ph type="title"/>
          </p:nvPr>
        </p:nvSpPr>
        <p:spPr>
          <a:xfrm>
            <a:off x="1598613" y="1600201"/>
            <a:ext cx="8283272" cy="2654064"/>
          </a:xfrm>
        </p:spPr>
        <p:txBody>
          <a:bodyPr rtlCol="0" anchor="b">
            <a:normAutofit/>
          </a:bodyPr>
          <a:lstStyle>
            <a:lvl1pPr algn="l">
              <a:defRPr sz="5400" b="0" cap="none" baseline="0"/>
            </a:lvl1pPr>
          </a:lstStyle>
          <a:p>
            <a:pPr rtl="0"/>
            <a:r>
              <a:rPr lang="pt-BR" noProof="0"/>
              <a:t>Clique para editar o título mestre</a:t>
            </a:r>
          </a:p>
        </p:txBody>
      </p:sp>
      <p:sp>
        <p:nvSpPr>
          <p:cNvPr id="3" name="Espaço reservado para texto 2"/>
          <p:cNvSpPr>
            <a:spLocks noGrp="1"/>
          </p:cNvSpPr>
          <p:nvPr>
            <p:ph type="body" idx="1"/>
          </p:nvPr>
        </p:nvSpPr>
        <p:spPr>
          <a:xfrm>
            <a:off x="1598613" y="4259996"/>
            <a:ext cx="7264623" cy="1150203"/>
          </a:xfrm>
        </p:spPr>
        <p:txBody>
          <a:bodyPr rtlCol="0" anchor="t">
            <a:normAutofit/>
          </a:bodyPr>
          <a:lstStyle>
            <a:lvl1pPr marL="0" indent="0">
              <a:spcBef>
                <a:spcPts val="0"/>
              </a:spcBef>
              <a:buNone/>
              <a:defRPr sz="3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pt-BR" noProof="0"/>
              <a:t>Editar estilos de texto Mestre</a:t>
            </a:r>
          </a:p>
        </p:txBody>
      </p:sp>
      <p:sp>
        <p:nvSpPr>
          <p:cNvPr id="4" name="Espaço reservado para data 3"/>
          <p:cNvSpPr>
            <a:spLocks noGrp="1"/>
          </p:cNvSpPr>
          <p:nvPr>
            <p:ph type="dt" sz="half" idx="10"/>
          </p:nvPr>
        </p:nvSpPr>
        <p:spPr/>
        <p:txBody>
          <a:bodyPr rtlCol="0"/>
          <a:lstStyle>
            <a:lvl1pPr>
              <a:defRPr baseline="0">
                <a:solidFill>
                  <a:schemeClr val="tx2"/>
                </a:solidFill>
              </a:defRPr>
            </a:lvl1pPr>
          </a:lstStyle>
          <a:p>
            <a:pPr rtl="0"/>
            <a:fld id="{8CF2E68F-F985-4986-B024-0FC8C7AE2C1B}" type="datetime1">
              <a:rPr lang="pt-BR" noProof="0" smtClean="0"/>
              <a:t>10/04/2026</a:t>
            </a:fld>
            <a:endParaRPr lang="pt-BR" noProof="0"/>
          </a:p>
        </p:txBody>
      </p:sp>
      <p:sp>
        <p:nvSpPr>
          <p:cNvPr id="5" name="Espaço reservado para rodapé 4"/>
          <p:cNvSpPr>
            <a:spLocks noGrp="1"/>
          </p:cNvSpPr>
          <p:nvPr>
            <p:ph type="ftr" sz="quarter" idx="11"/>
          </p:nvPr>
        </p:nvSpPr>
        <p:spPr/>
        <p:txBody>
          <a:bodyPr rtlCol="0"/>
          <a:lstStyle>
            <a:lvl1pPr>
              <a:defRPr baseline="0">
                <a:solidFill>
                  <a:schemeClr val="tx2"/>
                </a:solidFill>
              </a:defRPr>
            </a:lvl1pPr>
          </a:lstStyle>
          <a:p>
            <a:pPr rtl="0"/>
            <a:r>
              <a:rPr lang="pt-BR" noProof="0"/>
              <a:t>Equipe_04</a:t>
            </a:r>
          </a:p>
        </p:txBody>
      </p:sp>
      <p:sp>
        <p:nvSpPr>
          <p:cNvPr id="6" name="Espaço reservado para o número do slide 5"/>
          <p:cNvSpPr>
            <a:spLocks noGrp="1"/>
          </p:cNvSpPr>
          <p:nvPr>
            <p:ph type="sldNum" sz="quarter" idx="12"/>
          </p:nvPr>
        </p:nvSpPr>
        <p:spPr>
          <a:xfrm>
            <a:off x="10666571" y="6356351"/>
            <a:ext cx="609441" cy="365125"/>
          </a:xfrm>
        </p:spPr>
        <p:txBody>
          <a:bodyPr rtlCol="0"/>
          <a:lstStyle>
            <a:lvl1pPr>
              <a:defRPr baseline="0">
                <a:solidFill>
                  <a:schemeClr val="tx2"/>
                </a:solidFill>
              </a:defRPr>
            </a:lvl1pPr>
          </a:lstStyle>
          <a:p>
            <a:pPr rtl="0"/>
            <a:fld id="{7DC1BBB0-96F0-4077-A278-0F3FB5C104D3}" type="slidenum">
              <a:rPr lang="pt-BR" noProof="0" smtClean="0"/>
              <a:pPr rtl="0"/>
              <a:t>‹nº›</a:t>
            </a:fld>
            <a:endParaRPr lang="pt-BR" noProof="0"/>
          </a:p>
        </p:txBody>
      </p:sp>
    </p:spTree>
    <p:extLst>
      <p:ext uri="{BB962C8B-B14F-4D97-AF65-F5344CB8AC3E}">
        <p14:creationId xmlns:p14="http://schemas.microsoft.com/office/powerpoint/2010/main" val="3234467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ois conteúdos">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pt-BR" noProof="0"/>
              <a:t>Clique para editar o título mestre</a:t>
            </a:r>
          </a:p>
        </p:txBody>
      </p:sp>
      <p:sp>
        <p:nvSpPr>
          <p:cNvPr id="3" name="Espaço reservado para conteúdo 2"/>
          <p:cNvSpPr>
            <a:spLocks noGrp="1"/>
          </p:cNvSpPr>
          <p:nvPr>
            <p:ph sz="half" idx="1"/>
          </p:nvPr>
        </p:nvSpPr>
        <p:spPr>
          <a:xfrm>
            <a:off x="1593436" y="1600200"/>
            <a:ext cx="4814586" cy="4572000"/>
          </a:xfrm>
        </p:spPr>
        <p:txBody>
          <a:bodyPr rtlCol="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conteúdo 3"/>
          <p:cNvSpPr>
            <a:spLocks noGrp="1"/>
          </p:cNvSpPr>
          <p:nvPr>
            <p:ph sz="half" idx="2"/>
          </p:nvPr>
        </p:nvSpPr>
        <p:spPr>
          <a:xfrm>
            <a:off x="6561651" y="1600200"/>
            <a:ext cx="4814586" cy="4572000"/>
          </a:xfrm>
        </p:spPr>
        <p:txBody>
          <a:bodyPr rtlCol="0"/>
          <a:lstStyle>
            <a:lvl1pPr>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5" name="Espaço reservado para data 4"/>
          <p:cNvSpPr>
            <a:spLocks noGrp="1"/>
          </p:cNvSpPr>
          <p:nvPr>
            <p:ph type="dt" sz="half" idx="10"/>
          </p:nvPr>
        </p:nvSpPr>
        <p:spPr/>
        <p:txBody>
          <a:bodyPr rtlCol="0"/>
          <a:lstStyle/>
          <a:p>
            <a:pPr rtl="0"/>
            <a:fld id="{4E6DA4F2-6A33-4AC7-8E78-BF93E4CA2325}" type="datetime1">
              <a:rPr lang="pt-BR" noProof="0" smtClean="0"/>
              <a:t>10/04/2026</a:t>
            </a:fld>
            <a:endParaRPr lang="pt-BR" noProof="0"/>
          </a:p>
        </p:txBody>
      </p:sp>
      <p:sp>
        <p:nvSpPr>
          <p:cNvPr id="6" name="Espaço reservado para rodapé 5"/>
          <p:cNvSpPr>
            <a:spLocks noGrp="1"/>
          </p:cNvSpPr>
          <p:nvPr>
            <p:ph type="ftr" sz="quarter" idx="11"/>
          </p:nvPr>
        </p:nvSpPr>
        <p:spPr/>
        <p:txBody>
          <a:bodyPr rtlCol="0"/>
          <a:lstStyle/>
          <a:p>
            <a:pPr rtl="0"/>
            <a:r>
              <a:rPr lang="pt-BR" noProof="0"/>
              <a:t>Equipe_04</a:t>
            </a:r>
          </a:p>
        </p:txBody>
      </p:sp>
      <p:sp>
        <p:nvSpPr>
          <p:cNvPr id="7" name="Espaço reservado para o número do slide 6"/>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1239113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a:defRPr/>
            </a:lvl1pPr>
          </a:lstStyle>
          <a:p>
            <a:pPr rtl="0"/>
            <a:r>
              <a:rPr lang="pt-BR" noProof="0"/>
              <a:t>Clique para editar o título mestre</a:t>
            </a:r>
          </a:p>
        </p:txBody>
      </p:sp>
      <p:sp>
        <p:nvSpPr>
          <p:cNvPr id="3" name="Espaço reservado para texto 2"/>
          <p:cNvSpPr>
            <a:spLocks noGrp="1"/>
          </p:cNvSpPr>
          <p:nvPr>
            <p:ph type="body" idx="1"/>
          </p:nvPr>
        </p:nvSpPr>
        <p:spPr>
          <a:xfrm>
            <a:off x="1593436" y="1499616"/>
            <a:ext cx="4818888" cy="938784"/>
          </a:xfrm>
        </p:spPr>
        <p:txBody>
          <a:bodyPr rtlCol="0"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noProof="0"/>
              <a:t>Editar estilos de texto Mestre</a:t>
            </a:r>
          </a:p>
        </p:txBody>
      </p:sp>
      <p:sp>
        <p:nvSpPr>
          <p:cNvPr id="4" name="Espaço reservado para conteúdo 3"/>
          <p:cNvSpPr>
            <a:spLocks noGrp="1"/>
          </p:cNvSpPr>
          <p:nvPr>
            <p:ph sz="half" idx="2"/>
          </p:nvPr>
        </p:nvSpPr>
        <p:spPr>
          <a:xfrm>
            <a:off x="1593436" y="2514706"/>
            <a:ext cx="4814586" cy="3657493"/>
          </a:xfrm>
        </p:spPr>
        <p:txBody>
          <a:bodyPr rtlCol="0">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baseline="0"/>
            </a:lvl8pPr>
            <a:lvl9pPr>
              <a:defRPr sz="1600" baseline="0"/>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5" name="Espaço reservado para texto 4"/>
          <p:cNvSpPr>
            <a:spLocks noGrp="1"/>
          </p:cNvSpPr>
          <p:nvPr>
            <p:ph type="body" sz="quarter" idx="3"/>
          </p:nvPr>
        </p:nvSpPr>
        <p:spPr>
          <a:xfrm>
            <a:off x="6557349" y="1499616"/>
            <a:ext cx="4818888" cy="938784"/>
          </a:xfrm>
        </p:spPr>
        <p:txBody>
          <a:bodyPr rtlCol="0"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noProof="0"/>
              <a:t>Editar estilos de texto Mestre</a:t>
            </a:r>
          </a:p>
        </p:txBody>
      </p:sp>
      <p:sp>
        <p:nvSpPr>
          <p:cNvPr id="6" name="Espaço reservado para conteúdo 5"/>
          <p:cNvSpPr>
            <a:spLocks noGrp="1"/>
          </p:cNvSpPr>
          <p:nvPr>
            <p:ph sz="quarter" idx="4"/>
          </p:nvPr>
        </p:nvSpPr>
        <p:spPr>
          <a:xfrm>
            <a:off x="6557349" y="2514600"/>
            <a:ext cx="4818888" cy="3655568"/>
          </a:xfrm>
        </p:spPr>
        <p:txBody>
          <a:bodyPr rtlCol="0">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7" name="Espaço reservado para data 6"/>
          <p:cNvSpPr>
            <a:spLocks noGrp="1"/>
          </p:cNvSpPr>
          <p:nvPr>
            <p:ph type="dt" sz="half" idx="10"/>
          </p:nvPr>
        </p:nvSpPr>
        <p:spPr/>
        <p:txBody>
          <a:bodyPr rtlCol="0"/>
          <a:lstStyle/>
          <a:p>
            <a:pPr rtl="0"/>
            <a:fld id="{4FECF235-9052-434D-9210-E5F733C07A25}" type="datetime1">
              <a:rPr lang="pt-BR" noProof="0" smtClean="0"/>
              <a:t>10/04/2026</a:t>
            </a:fld>
            <a:endParaRPr lang="pt-BR" noProof="0"/>
          </a:p>
        </p:txBody>
      </p:sp>
      <p:sp>
        <p:nvSpPr>
          <p:cNvPr id="8" name="Espaço reservado para rodapé 7"/>
          <p:cNvSpPr>
            <a:spLocks noGrp="1"/>
          </p:cNvSpPr>
          <p:nvPr>
            <p:ph type="ftr" sz="quarter" idx="11"/>
          </p:nvPr>
        </p:nvSpPr>
        <p:spPr/>
        <p:txBody>
          <a:bodyPr rtlCol="0"/>
          <a:lstStyle/>
          <a:p>
            <a:pPr rtl="0"/>
            <a:r>
              <a:rPr lang="pt-BR" noProof="0"/>
              <a:t>Equipe_04</a:t>
            </a:r>
          </a:p>
        </p:txBody>
      </p:sp>
      <p:sp>
        <p:nvSpPr>
          <p:cNvPr id="9" name="Espaço reservado para o número do slide 8"/>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2138358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pt-BR" noProof="0"/>
              <a:t>Clique para editar o título mestre</a:t>
            </a:r>
          </a:p>
        </p:txBody>
      </p:sp>
      <p:sp>
        <p:nvSpPr>
          <p:cNvPr id="3" name="Espaço reservado para data 2"/>
          <p:cNvSpPr>
            <a:spLocks noGrp="1"/>
          </p:cNvSpPr>
          <p:nvPr>
            <p:ph type="dt" sz="half" idx="10"/>
          </p:nvPr>
        </p:nvSpPr>
        <p:spPr/>
        <p:txBody>
          <a:bodyPr rtlCol="0"/>
          <a:lstStyle/>
          <a:p>
            <a:pPr rtl="0"/>
            <a:fld id="{1301FB55-4A16-41A5-BB72-289DDF81266B}" type="datetime1">
              <a:rPr lang="pt-BR" noProof="0" smtClean="0"/>
              <a:t>10/04/2026</a:t>
            </a:fld>
            <a:endParaRPr lang="pt-BR" noProof="0"/>
          </a:p>
        </p:txBody>
      </p:sp>
      <p:sp>
        <p:nvSpPr>
          <p:cNvPr id="4" name="Espaço reservado para rodapé 3"/>
          <p:cNvSpPr>
            <a:spLocks noGrp="1"/>
          </p:cNvSpPr>
          <p:nvPr>
            <p:ph type="ftr" sz="quarter" idx="11"/>
          </p:nvPr>
        </p:nvSpPr>
        <p:spPr/>
        <p:txBody>
          <a:bodyPr rtlCol="0"/>
          <a:lstStyle/>
          <a:p>
            <a:pPr rtl="0"/>
            <a:r>
              <a:rPr lang="pt-BR" noProof="0"/>
              <a:t>Equipe_04</a:t>
            </a:r>
          </a:p>
        </p:txBody>
      </p:sp>
      <p:sp>
        <p:nvSpPr>
          <p:cNvPr id="5" name="Espaço reservado para o número do slide 4"/>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316357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m branco">
    <p:spTree>
      <p:nvGrpSpPr>
        <p:cNvPr id="1" name=""/>
        <p:cNvGrpSpPr/>
        <p:nvPr/>
      </p:nvGrpSpPr>
      <p:grpSpPr>
        <a:xfrm>
          <a:off x="0" y="0"/>
          <a:ext cx="0" cy="0"/>
          <a:chOff x="0" y="0"/>
          <a:chExt cx="0" cy="0"/>
        </a:xfrm>
      </p:grpSpPr>
      <p:sp>
        <p:nvSpPr>
          <p:cNvPr id="5" name="Retângulo 4"/>
          <p:cNvSpPr/>
          <p:nvPr/>
        </p:nvSpPr>
        <p:spPr bwMode="ltGray">
          <a:xfrm>
            <a:off x="626239" y="0"/>
            <a:ext cx="30472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6" name="Retângulo 5"/>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cxnSp>
        <p:nvCxnSpPr>
          <p:cNvPr id="7" name="Conector reto 6"/>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tângulo 7"/>
          <p:cNvSpPr/>
          <p:nvPr/>
        </p:nvSpPr>
        <p:spPr bwMode="gray">
          <a:xfrm>
            <a:off x="10969942" y="0"/>
            <a:ext cx="922621" cy="6858000"/>
          </a:xfrm>
          <a:prstGeom prst="rect">
            <a:avLst/>
          </a:prstGeom>
          <a:solidFill>
            <a:schemeClr val="accent1">
              <a:lumMod val="7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9" name="Retângulo 8"/>
          <p:cNvSpPr/>
          <p:nvPr/>
        </p:nvSpPr>
        <p:spPr bwMode="black">
          <a:xfrm>
            <a:off x="11892563"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2" name="Espaço reservado para data 1"/>
          <p:cNvSpPr>
            <a:spLocks noGrp="1"/>
          </p:cNvSpPr>
          <p:nvPr>
            <p:ph type="dt" sz="half" idx="10"/>
          </p:nvPr>
        </p:nvSpPr>
        <p:spPr/>
        <p:txBody>
          <a:bodyPr rtlCol="0"/>
          <a:lstStyle/>
          <a:p>
            <a:pPr rtl="0"/>
            <a:fld id="{71E0E9FA-B55D-4813-98B8-D8C2B1295A53}" type="datetime1">
              <a:rPr lang="pt-BR" noProof="0" smtClean="0"/>
              <a:t>10/04/2026</a:t>
            </a:fld>
            <a:endParaRPr lang="pt-BR" noProof="0"/>
          </a:p>
        </p:txBody>
      </p:sp>
      <p:sp>
        <p:nvSpPr>
          <p:cNvPr id="3" name="Espaço reservado para rodapé 2"/>
          <p:cNvSpPr>
            <a:spLocks noGrp="1"/>
          </p:cNvSpPr>
          <p:nvPr>
            <p:ph type="ftr" sz="quarter" idx="11"/>
          </p:nvPr>
        </p:nvSpPr>
        <p:spPr/>
        <p:txBody>
          <a:bodyPr rtlCol="0"/>
          <a:lstStyle/>
          <a:p>
            <a:pPr rtl="0"/>
            <a:r>
              <a:rPr lang="pt-BR" noProof="0"/>
              <a:t>Equipe_04</a:t>
            </a:r>
          </a:p>
        </p:txBody>
      </p:sp>
      <p:sp>
        <p:nvSpPr>
          <p:cNvPr id="4" name="Espaço reservado para o número do slide 3"/>
          <p:cNvSpPr>
            <a:spLocks noGrp="1"/>
          </p:cNvSpPr>
          <p:nvPr>
            <p:ph type="sldNum" sz="quarter" idx="12"/>
          </p:nvPr>
        </p:nvSpPr>
        <p:spPr/>
        <p:txBody>
          <a:bodyPr rtlCol="0"/>
          <a:lstStyle>
            <a:lvl1pPr>
              <a:defRPr>
                <a:solidFill>
                  <a:schemeClr val="bg1"/>
                </a:solidFill>
              </a:defRPr>
            </a:lvl1pPr>
          </a:lstStyle>
          <a:p>
            <a:pPr rtl="0"/>
            <a:fld id="{7DC1BBB0-96F0-4077-A278-0F3FB5C104D3}" type="slidenum">
              <a:rPr lang="pt-BR" noProof="0" smtClean="0"/>
              <a:pPr rtl="0"/>
              <a:t>‹nº›</a:t>
            </a:fld>
            <a:endParaRPr lang="pt-BR" noProof="0"/>
          </a:p>
        </p:txBody>
      </p:sp>
    </p:spTree>
    <p:extLst>
      <p:ext uri="{BB962C8B-B14F-4D97-AF65-F5344CB8AC3E}">
        <p14:creationId xmlns:p14="http://schemas.microsoft.com/office/powerpoint/2010/main" val="17838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tângulo 7"/>
          <p:cNvSpPr/>
          <p:nvPr/>
        </p:nvSpPr>
        <p:spPr bwMode="gray">
          <a:xfrm>
            <a:off x="621792" y="0"/>
            <a:ext cx="4147717"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9" name="Retângulo 8"/>
          <p:cNvSpPr/>
          <p:nvPr/>
        </p:nvSpPr>
        <p:spPr bwMode="lt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cxnSp>
        <p:nvCxnSpPr>
          <p:cNvPr id="10" name="Conector reto 9"/>
          <p:cNvCxnSpPr/>
          <p:nvPr/>
        </p:nvCxnSpPr>
        <p:spPr bwMode="white">
          <a:xfrm>
            <a:off x="621792"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tângulo 10"/>
          <p:cNvSpPr/>
          <p:nvPr/>
        </p:nvSpPr>
        <p:spPr bwMode="gray">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2" name="Título 1"/>
          <p:cNvSpPr>
            <a:spLocks noGrp="1"/>
          </p:cNvSpPr>
          <p:nvPr>
            <p:ph type="title"/>
          </p:nvPr>
        </p:nvSpPr>
        <p:spPr bwMode="white">
          <a:xfrm>
            <a:off x="1074240" y="381000"/>
            <a:ext cx="3293422" cy="1371600"/>
          </a:xfrm>
        </p:spPr>
        <p:txBody>
          <a:bodyPr rtlCol="0" anchor="b">
            <a:normAutofit/>
          </a:bodyPr>
          <a:lstStyle>
            <a:lvl1pPr algn="l">
              <a:defRPr sz="2800" b="0" cap="all" baseline="0">
                <a:solidFill>
                  <a:schemeClr val="bg1"/>
                </a:solidFill>
              </a:defRPr>
            </a:lvl1pPr>
          </a:lstStyle>
          <a:p>
            <a:pPr rtl="0"/>
            <a:r>
              <a:rPr lang="pt-BR" noProof="0"/>
              <a:t>Clique para editar o título mestre</a:t>
            </a:r>
          </a:p>
        </p:txBody>
      </p:sp>
      <p:sp>
        <p:nvSpPr>
          <p:cNvPr id="3" name="Espaço reservado para conteúdo 2"/>
          <p:cNvSpPr>
            <a:spLocks noGrp="1"/>
          </p:cNvSpPr>
          <p:nvPr>
            <p:ph idx="1"/>
          </p:nvPr>
        </p:nvSpPr>
        <p:spPr>
          <a:xfrm>
            <a:off x="5180251" y="482600"/>
            <a:ext cx="6195986" cy="5689600"/>
          </a:xfrm>
        </p:spPr>
        <p:txBody>
          <a:bodyPr rtlCol="0">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baseline="0"/>
            </a:lvl8pPr>
            <a:lvl9pPr>
              <a:defRPr sz="1800" baseline="0"/>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texto 3"/>
          <p:cNvSpPr>
            <a:spLocks noGrp="1"/>
          </p:cNvSpPr>
          <p:nvPr>
            <p:ph type="body" sz="half" idx="2"/>
          </p:nvPr>
        </p:nvSpPr>
        <p:spPr bwMode="white">
          <a:xfrm>
            <a:off x="1074240" y="1828800"/>
            <a:ext cx="3293422" cy="4343400"/>
          </a:xfrm>
        </p:spPr>
        <p:txBody>
          <a:bodyPr rtlCol="0">
            <a:normAutofit/>
          </a:bodyPr>
          <a:lstStyle>
            <a:lvl1pPr marL="0" indent="0">
              <a:buNone/>
              <a:defRPr sz="20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noProof="0"/>
              <a:t>Editar estilos de texto Mestre</a:t>
            </a:r>
          </a:p>
        </p:txBody>
      </p:sp>
      <p:sp>
        <p:nvSpPr>
          <p:cNvPr id="5" name="Espaço reservado para data 4"/>
          <p:cNvSpPr>
            <a:spLocks noGrp="1"/>
          </p:cNvSpPr>
          <p:nvPr>
            <p:ph type="dt" sz="half" idx="10"/>
          </p:nvPr>
        </p:nvSpPr>
        <p:spPr/>
        <p:txBody>
          <a:bodyPr rtlCol="0"/>
          <a:lstStyle/>
          <a:p>
            <a:pPr rtl="0"/>
            <a:fld id="{E68E7951-E498-47D1-BE16-2C63407A06A1}" type="datetime1">
              <a:rPr lang="pt-BR" noProof="0" smtClean="0"/>
              <a:t>10/04/2026</a:t>
            </a:fld>
            <a:endParaRPr lang="pt-BR" noProof="0"/>
          </a:p>
        </p:txBody>
      </p:sp>
      <p:sp>
        <p:nvSpPr>
          <p:cNvPr id="6" name="Espaço reservado para rodapé 5"/>
          <p:cNvSpPr>
            <a:spLocks noGrp="1"/>
          </p:cNvSpPr>
          <p:nvPr>
            <p:ph type="ftr" sz="quarter" idx="11"/>
          </p:nvPr>
        </p:nvSpPr>
        <p:spPr/>
        <p:txBody>
          <a:bodyPr rtlCol="0"/>
          <a:lstStyle/>
          <a:p>
            <a:pPr rtl="0"/>
            <a:r>
              <a:rPr lang="pt-BR" noProof="0"/>
              <a:t>Equipe_04</a:t>
            </a:r>
          </a:p>
        </p:txBody>
      </p:sp>
      <p:sp>
        <p:nvSpPr>
          <p:cNvPr id="7" name="Espaço reservado para o número do slide 6"/>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3518043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11" name="Retângulo 10"/>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8" name="Retângulo 7"/>
          <p:cNvSpPr/>
          <p:nvPr/>
        </p:nvSpPr>
        <p:spPr bwMode="black">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9" name="Retângulo 8"/>
          <p:cNvSpPr/>
          <p:nvPr/>
        </p:nvSpPr>
        <p:spPr bwMode="ltGray">
          <a:xfrm>
            <a:off x="4875530" y="0"/>
            <a:ext cx="7017034" cy="68580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2" name="Título 1"/>
          <p:cNvSpPr>
            <a:spLocks noGrp="1"/>
          </p:cNvSpPr>
          <p:nvPr>
            <p:ph type="title"/>
          </p:nvPr>
        </p:nvSpPr>
        <p:spPr>
          <a:xfrm>
            <a:off x="1074240" y="381000"/>
            <a:ext cx="3293422" cy="1371600"/>
          </a:xfrm>
        </p:spPr>
        <p:txBody>
          <a:bodyPr rtlCol="0" anchor="b">
            <a:normAutofit/>
          </a:bodyPr>
          <a:lstStyle>
            <a:lvl1pPr algn="l">
              <a:defRPr sz="2800" b="0" cap="all" baseline="0">
                <a:solidFill>
                  <a:schemeClr val="tx1">
                    <a:lumMod val="75000"/>
                  </a:schemeClr>
                </a:solidFill>
              </a:defRPr>
            </a:lvl1pPr>
          </a:lstStyle>
          <a:p>
            <a:pPr rtl="0"/>
            <a:r>
              <a:rPr lang="pt-BR" noProof="0"/>
              <a:t>Clique para editar o título mestre</a:t>
            </a:r>
          </a:p>
        </p:txBody>
      </p:sp>
      <p:sp>
        <p:nvSpPr>
          <p:cNvPr id="3" name="Espaço reservado para imagem 2" descr="Um espaço reservado vazio para adicionar uma imagem. Clique no espaço reservado e selecione a imagem que você deseja adicionar"/>
          <p:cNvSpPr>
            <a:spLocks noGrp="1"/>
          </p:cNvSpPr>
          <p:nvPr>
            <p:ph type="pic" idx="1"/>
          </p:nvPr>
        </p:nvSpPr>
        <p:spPr bwMode="auto">
          <a:xfrm>
            <a:off x="5180251" y="482600"/>
            <a:ext cx="6195986" cy="5689600"/>
          </a:xfrm>
          <a:ln w="19050">
            <a:solidFill>
              <a:schemeClr val="bg1"/>
            </a:solidFill>
          </a:ln>
        </p:spPr>
        <p:txBody>
          <a:bodyPr rtlCol="0">
            <a:normAutofit/>
          </a:bodyPr>
          <a:lstStyle>
            <a:lvl1pPr marL="0" indent="0">
              <a:buNone/>
              <a:defRPr sz="2800" baseline="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pt-BR" noProof="0"/>
              <a:t>Clique no ícone para adicionar uma imagem</a:t>
            </a:r>
          </a:p>
        </p:txBody>
      </p:sp>
      <p:sp>
        <p:nvSpPr>
          <p:cNvPr id="4" name="Espaço reservado para texto 3"/>
          <p:cNvSpPr>
            <a:spLocks noGrp="1"/>
          </p:cNvSpPr>
          <p:nvPr>
            <p:ph type="body" sz="half" idx="2"/>
          </p:nvPr>
        </p:nvSpPr>
        <p:spPr>
          <a:xfrm>
            <a:off x="1074240" y="1828800"/>
            <a:ext cx="3293422" cy="4343400"/>
          </a:xfrm>
        </p:spPr>
        <p:txBody>
          <a:bodyPr rtlCol="0">
            <a:normAutofit/>
          </a:bodyPr>
          <a:lstStyle>
            <a:lvl1pPr marL="0" indent="0">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noProof="0"/>
              <a:t>Editar estilos de texto Mestre</a:t>
            </a:r>
          </a:p>
        </p:txBody>
      </p:sp>
      <p:sp>
        <p:nvSpPr>
          <p:cNvPr id="5" name="Espaço reservado para data 4"/>
          <p:cNvSpPr>
            <a:spLocks noGrp="1"/>
          </p:cNvSpPr>
          <p:nvPr>
            <p:ph type="dt" sz="half" idx="10"/>
          </p:nvPr>
        </p:nvSpPr>
        <p:spPr/>
        <p:txBody>
          <a:bodyPr rtlCol="0"/>
          <a:lstStyle>
            <a:lvl1pPr>
              <a:defRPr baseline="0">
                <a:solidFill>
                  <a:schemeClr val="tx2"/>
                </a:solidFill>
              </a:defRPr>
            </a:lvl1pPr>
          </a:lstStyle>
          <a:p>
            <a:pPr rtl="0"/>
            <a:fld id="{B6D5139B-774C-4260-8335-315AD6FC9ED3}" type="datetime1">
              <a:rPr lang="pt-BR" noProof="0" smtClean="0"/>
              <a:t>10/04/2026</a:t>
            </a:fld>
            <a:endParaRPr lang="pt-BR" noProof="0"/>
          </a:p>
        </p:txBody>
      </p:sp>
      <p:sp>
        <p:nvSpPr>
          <p:cNvPr id="6" name="Espaço reservado para rodapé 5"/>
          <p:cNvSpPr>
            <a:spLocks noGrp="1"/>
          </p:cNvSpPr>
          <p:nvPr>
            <p:ph type="ftr" sz="quarter" idx="11"/>
          </p:nvPr>
        </p:nvSpPr>
        <p:spPr/>
        <p:txBody>
          <a:bodyPr rtlCol="0"/>
          <a:lstStyle>
            <a:lvl1pPr>
              <a:defRPr baseline="0">
                <a:solidFill>
                  <a:schemeClr val="tx2"/>
                </a:solidFill>
              </a:defRPr>
            </a:lvl1pPr>
          </a:lstStyle>
          <a:p>
            <a:pPr rtl="0"/>
            <a:r>
              <a:rPr lang="pt-BR" noProof="0"/>
              <a:t>Equipe_04</a:t>
            </a:r>
          </a:p>
        </p:txBody>
      </p:sp>
      <p:sp>
        <p:nvSpPr>
          <p:cNvPr id="7" name="Espaço reservado para o número do slide 6"/>
          <p:cNvSpPr>
            <a:spLocks noGrp="1"/>
          </p:cNvSpPr>
          <p:nvPr>
            <p:ph type="sldNum" sz="quarter" idx="12"/>
          </p:nvPr>
        </p:nvSpPr>
        <p:spPr/>
        <p:txBody>
          <a:bodyPr rtlCol="0"/>
          <a:lstStyle>
            <a:lvl1pPr>
              <a:defRPr baseline="0">
                <a:solidFill>
                  <a:schemeClr val="tx2"/>
                </a:solidFill>
              </a:defRPr>
            </a:lvl1pPr>
          </a:lstStyle>
          <a:p>
            <a:pPr rtl="0"/>
            <a:fld id="{7DC1BBB0-96F0-4077-A278-0F3FB5C104D3}" type="slidenum">
              <a:rPr lang="pt-BR" noProof="0" smtClean="0"/>
              <a:pPr rtl="0"/>
              <a:t>‹nº›</a:t>
            </a:fld>
            <a:endParaRPr lang="pt-BR" noProof="0"/>
          </a:p>
        </p:txBody>
      </p:sp>
      <p:cxnSp>
        <p:nvCxnSpPr>
          <p:cNvPr id="10" name="Conector reto 9"/>
          <p:cNvCxnSpPr/>
          <p:nvPr/>
        </p:nvCxnSpPr>
        <p:spPr bwMode="white">
          <a:xfrm>
            <a:off x="11879867"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390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pt-BR" noProof="0"/>
              <a:t>Clique para editar o título mestre</a:t>
            </a:r>
          </a:p>
        </p:txBody>
      </p:sp>
      <p:sp>
        <p:nvSpPr>
          <p:cNvPr id="3" name="Espaço reservado para texto vertical 2"/>
          <p:cNvSpPr>
            <a:spLocks noGrp="1"/>
          </p:cNvSpPr>
          <p:nvPr>
            <p:ph type="body" orient="vert" idx="1"/>
          </p:nvPr>
        </p:nvSpPr>
        <p:spPr/>
        <p:txBody>
          <a:bodyPr vert="eaVert" rtlCol="0"/>
          <a:lstStyle>
            <a:lvl5pPr>
              <a:defRPr/>
            </a:lvl5pPr>
            <a:lvl6pPr>
              <a:defRPr/>
            </a:lvl6pPr>
            <a:lvl7pPr>
              <a:defRPr/>
            </a:lvl7pPr>
            <a:lvl8pPr>
              <a:defRPr/>
            </a:lvl8pPr>
            <a:lvl9pPr>
              <a:defRPr/>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p:txBody>
          <a:bodyPr rtlCol="0"/>
          <a:lstStyle/>
          <a:p>
            <a:pPr rtl="0"/>
            <a:fld id="{BBAAB6E8-DECC-4374-9E89-4B608ECFE3D5}" type="datetime1">
              <a:rPr lang="pt-BR" noProof="0" smtClean="0"/>
              <a:t>10/04/2026</a:t>
            </a:fld>
            <a:endParaRPr lang="pt-BR" noProof="0"/>
          </a:p>
        </p:txBody>
      </p:sp>
      <p:sp>
        <p:nvSpPr>
          <p:cNvPr id="5" name="Espaço reservado para rodapé 4"/>
          <p:cNvSpPr>
            <a:spLocks noGrp="1"/>
          </p:cNvSpPr>
          <p:nvPr>
            <p:ph type="ftr" sz="quarter" idx="11"/>
          </p:nvPr>
        </p:nvSpPr>
        <p:spPr/>
        <p:txBody>
          <a:bodyPr rtlCol="0"/>
          <a:lstStyle/>
          <a:p>
            <a:pPr rtl="0"/>
            <a:r>
              <a:rPr lang="pt-BR" noProof="0"/>
              <a:t>Equipe_04</a:t>
            </a:r>
          </a:p>
        </p:txBody>
      </p:sp>
      <p:sp>
        <p:nvSpPr>
          <p:cNvPr id="6" name="Espaço reservado para o número do slide 5"/>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204088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exto e título vertical">
    <p:spTree>
      <p:nvGrpSpPr>
        <p:cNvPr id="1" name=""/>
        <p:cNvGrpSpPr/>
        <p:nvPr/>
      </p:nvGrpSpPr>
      <p:grpSpPr>
        <a:xfrm>
          <a:off x="0" y="0"/>
          <a:ext cx="0" cy="0"/>
          <a:chOff x="0" y="0"/>
          <a:chExt cx="0" cy="0"/>
        </a:xfrm>
      </p:grpSpPr>
      <p:sp>
        <p:nvSpPr>
          <p:cNvPr id="7" name="Retângulo 6"/>
          <p:cNvSpPr/>
          <p:nvPr/>
        </p:nvSpPr>
        <p:spPr bwMode="black">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8" name="Retângulo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9" name="Retângulo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0" name="Retângulo 9"/>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noProof="0"/>
          </a:p>
        </p:txBody>
      </p:sp>
      <p:cxnSp>
        <p:nvCxnSpPr>
          <p:cNvPr id="11" name="Conector reto 10"/>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ector reto 11"/>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Pi"/>
          <p:cNvSpPr>
            <a:spLocks/>
          </p:cNvSpPr>
          <p:nvPr/>
        </p:nvSpPr>
        <p:spPr bwMode="white">
          <a:xfrm rot="5400000">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pt-BR" noProof="0"/>
          </a:p>
        </p:txBody>
      </p:sp>
      <p:cxnSp>
        <p:nvCxnSpPr>
          <p:cNvPr id="14" name="Conector reto 13"/>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ítulo vertical 1"/>
          <p:cNvSpPr>
            <a:spLocks noGrp="1"/>
          </p:cNvSpPr>
          <p:nvPr>
            <p:ph type="title" orient="vert"/>
          </p:nvPr>
        </p:nvSpPr>
        <p:spPr>
          <a:xfrm>
            <a:off x="9599612" y="685800"/>
            <a:ext cx="1787526" cy="5486400"/>
          </a:xfrm>
        </p:spPr>
        <p:txBody>
          <a:bodyPr vert="eaVert" rtlCol="0"/>
          <a:lstStyle/>
          <a:p>
            <a:pPr rtl="0"/>
            <a:r>
              <a:rPr lang="pt-BR" noProof="0"/>
              <a:t>Clique para editar o título mestre</a:t>
            </a:r>
          </a:p>
        </p:txBody>
      </p:sp>
      <p:sp>
        <p:nvSpPr>
          <p:cNvPr id="3" name="Espaço reservado para texto vertical 2"/>
          <p:cNvSpPr>
            <a:spLocks noGrp="1"/>
          </p:cNvSpPr>
          <p:nvPr>
            <p:ph type="body" orient="vert" idx="1"/>
          </p:nvPr>
        </p:nvSpPr>
        <p:spPr>
          <a:xfrm>
            <a:off x="1598613" y="685800"/>
            <a:ext cx="7848599" cy="5486400"/>
          </a:xfrm>
        </p:spPr>
        <p:txBody>
          <a:bodyPr vert="eaVert" rtlCol="0"/>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p:txBody>
          <a:bodyPr rtlCol="0"/>
          <a:lstStyle/>
          <a:p>
            <a:pPr rtl="0"/>
            <a:fld id="{AAEE400E-D093-4D95-9BEC-411F2E346232}" type="datetime1">
              <a:rPr lang="pt-BR" noProof="0" smtClean="0"/>
              <a:t>10/04/2026</a:t>
            </a:fld>
            <a:endParaRPr lang="pt-BR" noProof="0"/>
          </a:p>
        </p:txBody>
      </p:sp>
      <p:sp>
        <p:nvSpPr>
          <p:cNvPr id="5" name="Espaço reservado para rodapé 4"/>
          <p:cNvSpPr>
            <a:spLocks noGrp="1"/>
          </p:cNvSpPr>
          <p:nvPr>
            <p:ph type="ftr" sz="quarter" idx="11"/>
          </p:nvPr>
        </p:nvSpPr>
        <p:spPr/>
        <p:txBody>
          <a:bodyPr rtlCol="0"/>
          <a:lstStyle/>
          <a:p>
            <a:pPr rtl="0"/>
            <a:r>
              <a:rPr lang="pt-BR" noProof="0"/>
              <a:t>Equipe_04</a:t>
            </a:r>
          </a:p>
        </p:txBody>
      </p:sp>
      <p:sp>
        <p:nvSpPr>
          <p:cNvPr id="6" name="Espaço reservado para o número do slide 5"/>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61281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tângulo 6"/>
          <p:cNvSpPr/>
          <p:nvPr/>
        </p:nvSpPr>
        <p:spPr bwMode="gray">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8" name="Retângulo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9" name="Retângulo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3" name="Retângulo 12"/>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noProof="0"/>
          </a:p>
        </p:txBody>
      </p:sp>
      <p:cxnSp>
        <p:nvCxnSpPr>
          <p:cNvPr id="14" name="Conector reto 13"/>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Pi"/>
          <p:cNvSpPr>
            <a:spLocks/>
          </p:cNvSpPr>
          <p:nvPr/>
        </p:nvSpPr>
        <p:spPr bwMode="white">
          <a:xfrm>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pt-BR" noProof="0"/>
          </a:p>
        </p:txBody>
      </p:sp>
      <p:cxnSp>
        <p:nvCxnSpPr>
          <p:cNvPr id="16" name="Conector reto 15"/>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ço reservado para título 1"/>
          <p:cNvSpPr>
            <a:spLocks noGrp="1"/>
          </p:cNvSpPr>
          <p:nvPr>
            <p:ph type="title"/>
          </p:nvPr>
        </p:nvSpPr>
        <p:spPr>
          <a:xfrm>
            <a:off x="1593436" y="177800"/>
            <a:ext cx="9782801" cy="1239837"/>
          </a:xfrm>
          <a:prstGeom prst="rect">
            <a:avLst/>
          </a:prstGeom>
        </p:spPr>
        <p:txBody>
          <a:bodyPr vert="horz" lIns="91440" tIns="45720" rIns="91440" bIns="45720" rtlCol="0" anchor="b">
            <a:normAutofit/>
          </a:bodyPr>
          <a:lstStyle/>
          <a:p>
            <a:pPr rtl="0"/>
            <a:r>
              <a:rPr lang="pt-BR" noProof="0"/>
              <a:t>Clique para editar o estilo de título Mestre</a:t>
            </a:r>
          </a:p>
        </p:txBody>
      </p:sp>
      <p:sp>
        <p:nvSpPr>
          <p:cNvPr id="3" name="Espaço reservado para texto 2"/>
          <p:cNvSpPr>
            <a:spLocks noGrp="1"/>
          </p:cNvSpPr>
          <p:nvPr>
            <p:ph type="body" idx="1"/>
          </p:nvPr>
        </p:nvSpPr>
        <p:spPr>
          <a:xfrm>
            <a:off x="1593436" y="1600200"/>
            <a:ext cx="9782801" cy="4572000"/>
          </a:xfrm>
          <a:prstGeom prst="rect">
            <a:avLst/>
          </a:prstGeom>
        </p:spPr>
        <p:txBody>
          <a:bodyPr vert="horz" lIns="91440" tIns="45720" rIns="91440" bIns="45720" rtlCol="0">
            <a:normAutofit/>
          </a:bodyPr>
          <a:lstStyle/>
          <a:p>
            <a:pPr lvl="0" rtl="0"/>
            <a:r>
              <a:rPr lang="pt-BR" noProof="0"/>
              <a:t>Clique para editar o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2"/>
          </p:nvPr>
        </p:nvSpPr>
        <p:spPr>
          <a:xfrm>
            <a:off x="5180250" y="6356351"/>
            <a:ext cx="1218883" cy="365125"/>
          </a:xfrm>
          <a:prstGeom prst="rect">
            <a:avLst/>
          </a:prstGeom>
        </p:spPr>
        <p:txBody>
          <a:bodyPr vert="horz" lIns="91440" tIns="45720" rIns="91440" bIns="45720" rtlCol="0" anchor="ctr"/>
          <a:lstStyle>
            <a:lvl1pPr algn="l">
              <a:defRPr sz="1200" cap="all" baseline="0">
                <a:solidFill>
                  <a:schemeClr val="tx1"/>
                </a:solidFill>
              </a:defRPr>
            </a:lvl1pPr>
          </a:lstStyle>
          <a:p>
            <a:pPr rtl="0"/>
            <a:fld id="{20DFF7A9-BA36-411E-AE0E-59A71496C0E4}" type="datetime1">
              <a:rPr lang="pt-BR" noProof="0" smtClean="0"/>
              <a:t>10/04/2026</a:t>
            </a:fld>
            <a:endParaRPr lang="pt-BR" noProof="0"/>
          </a:p>
        </p:txBody>
      </p:sp>
      <p:sp>
        <p:nvSpPr>
          <p:cNvPr id="5" name="Espaço reservado para rodapé 4"/>
          <p:cNvSpPr>
            <a:spLocks noGrp="1"/>
          </p:cNvSpPr>
          <p:nvPr>
            <p:ph type="ftr" sz="quarter" idx="3"/>
          </p:nvPr>
        </p:nvSpPr>
        <p:spPr>
          <a:xfrm>
            <a:off x="6595933" y="6356351"/>
            <a:ext cx="3974065" cy="365125"/>
          </a:xfrm>
          <a:prstGeom prst="rect">
            <a:avLst/>
          </a:prstGeom>
        </p:spPr>
        <p:txBody>
          <a:bodyPr vert="horz" lIns="91440" tIns="45720" rIns="91440" bIns="45720" rtlCol="0" anchor="ctr"/>
          <a:lstStyle>
            <a:lvl1pPr algn="ctr">
              <a:defRPr sz="1200" cap="all" baseline="0">
                <a:solidFill>
                  <a:schemeClr val="tx1"/>
                </a:solidFill>
              </a:defRPr>
            </a:lvl1pPr>
          </a:lstStyle>
          <a:p>
            <a:pPr rtl="0"/>
            <a:r>
              <a:rPr lang="pt-BR" noProof="0"/>
              <a:t>Equipe_04</a:t>
            </a:r>
          </a:p>
        </p:txBody>
      </p:sp>
      <p:sp>
        <p:nvSpPr>
          <p:cNvPr id="6" name="Espaço reservado para o número do slide 5"/>
          <p:cNvSpPr>
            <a:spLocks noGrp="1"/>
          </p:cNvSpPr>
          <p:nvPr>
            <p:ph type="sldNum" sz="quarter" idx="4"/>
          </p:nvPr>
        </p:nvSpPr>
        <p:spPr>
          <a:xfrm>
            <a:off x="10766796" y="6356351"/>
            <a:ext cx="609441" cy="365125"/>
          </a:xfrm>
          <a:prstGeom prst="rect">
            <a:avLst/>
          </a:prstGeom>
        </p:spPr>
        <p:txBody>
          <a:bodyPr vert="horz" lIns="91440" tIns="45720" rIns="91440" bIns="45720" rtlCol="0" anchor="ctr"/>
          <a:lstStyle>
            <a:lvl1pPr algn="r">
              <a:defRPr sz="1200" cap="all" baseline="0">
                <a:solidFill>
                  <a:schemeClr val="tx1"/>
                </a:solidFill>
              </a:defRPr>
            </a:lvl1pPr>
          </a:lstStyle>
          <a:p>
            <a:pPr rtl="0"/>
            <a:fld id="{7DC1BBB0-96F0-4077-A278-0F3FB5C104D3}" type="slidenum">
              <a:rPr lang="pt-BR" noProof="0" smtClean="0"/>
              <a:pPr rtl="0"/>
              <a:t>‹nº›</a:t>
            </a:fld>
            <a:endParaRPr lang="pt-BR" noProof="0"/>
          </a:p>
        </p:txBody>
      </p:sp>
    </p:spTree>
    <p:extLst>
      <p:ext uri="{BB962C8B-B14F-4D97-AF65-F5344CB8AC3E}">
        <p14:creationId xmlns:p14="http://schemas.microsoft.com/office/powerpoint/2010/main" val="2054322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p:titleStyle>
    <p:body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4.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4.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4.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4.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4.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4.svg"/><Relationship Id="rId3" Type="http://schemas.openxmlformats.org/officeDocument/2006/relationships/image" Target="../media/image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jpeg"/><Relationship Id="rId2" Type="http://schemas.openxmlformats.org/officeDocument/2006/relationships/notesSlide" Target="../notesSlides/notesSlide14.xml"/><Relationship Id="rId16" Type="http://schemas.openxmlformats.org/officeDocument/2006/relationships/image" Target="../media/image24.jpe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jpeg"/><Relationship Id="rId5" Type="http://schemas.openxmlformats.org/officeDocument/2006/relationships/image" Target="../media/image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2.jpeg"/><Relationship Id="rId9" Type="http://schemas.openxmlformats.org/officeDocument/2006/relationships/image" Target="../media/image17.png"/><Relationship Id="rId1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4.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8.jpeg"/></Relationships>
</file>

<file path=ppt/slides/_rels/slide2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0.jpe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2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png"/><Relationship Id="rId4"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png"/><Relationship Id="rId4" Type="http://schemas.openxmlformats.org/officeDocument/2006/relationships/image" Target="../media/image2.jpe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png"/><Relationship Id="rId4" Type="http://schemas.openxmlformats.org/officeDocument/2006/relationships/image" Target="../media/image2.jpe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png"/><Relationship Id="rId4" Type="http://schemas.openxmlformats.org/officeDocument/2006/relationships/image" Target="../media/image2.jpe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jpe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sv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png"/><Relationship Id="rId4" Type="http://schemas.openxmlformats.org/officeDocument/2006/relationships/image" Target="../media/image2.jpe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jpe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sv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agenciagov.ebc.com.br/noticias/202401/divulgados-resultados-do-enem-2023" TargetMode="External"/><Relationship Id="rId7" Type="http://schemas.openxmlformats.org/officeDocument/2006/relationships/hyperlink" Target="https://www.es.gov.br/Noticia/mais-dametade-dos-alunos-da-rede-estadual-do-espirito-santo-tem-nota-acima-de-600-naredacao-do-enem-2023"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hyperlink" Target="http://educa.fcc.org.br/scielo.php?script=sci_arttext&amp;pid=S1981-19692021000100130&amp;lng=pt&amp;nrm=iso" TargetMode="External"/><Relationship Id="rId11" Type="http://schemas.openxmlformats.org/officeDocument/2006/relationships/image" Target="../media/image4.svg"/><Relationship Id="rId5" Type="http://schemas.openxmlformats.org/officeDocument/2006/relationships/hyperlink" Target="https://recima21.com.br/recima21/article/view/3103/2259" TargetMode="External"/><Relationship Id="rId10" Type="http://schemas.openxmlformats.org/officeDocument/2006/relationships/image" Target="../media/image3.png"/><Relationship Id="rId4" Type="http://schemas.openxmlformats.org/officeDocument/2006/relationships/hyperlink" Target="https://chatwoot.aio.com.br/hc/aio-educacao/articles/1734373277-de-onde-vem-os-dados-do-enem-por-escola" TargetMode="External"/><Relationship Id="rId9" Type="http://schemas.openxmlformats.org/officeDocument/2006/relationships/image" Target="../media/image2.jpeg"/></Relationships>
</file>

<file path=ppt/slides/_rels/slide3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revistas.usp.br/ee/article/view/171074" TargetMode="External"/><Relationship Id="rId7" Type="http://schemas.openxmlformats.org/officeDocument/2006/relationships/hyperlink" Target="https://www.gov.br/inep/pt-br/centrais-de-conteudo/acervo-linha-editorial/publicacoes-institucionais/avaliacoes-e-exames-da-educacao-basica/a-redacao-do-enem-cartilha-do-a-participante" TargetMode="External"/><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hyperlink" Target="https://icons8.com/icons" TargetMode="External"/><Relationship Id="rId11" Type="http://schemas.openxmlformats.org/officeDocument/2006/relationships/image" Target="../media/image4.svg"/><Relationship Id="rId5" Type="http://schemas.openxmlformats.org/officeDocument/2006/relationships/hyperlink" Target="https://sei.sp.gov.br/sei/controlador_externo.php?acao=documento_conferir&amp;codigo_verificador=6625077&amp;codigo_crc=7219481D&amp;hash_download=ed720e8646e4e4c1f0eed9d89af48c213ced7495b69a58c999e7fb2ff7a0ce8e52321e2e389aad35a922af750f7cc4beb249022c0f9a057a00f14d3f509c1278&amp;visualizacao=1&amp;id_orgao_acesso_externo=0" TargetMode="External"/><Relationship Id="rId10" Type="http://schemas.openxmlformats.org/officeDocument/2006/relationships/image" Target="../media/image3.png"/><Relationship Id="rId4" Type="http://schemas.openxmlformats.org/officeDocument/2006/relationships/hyperlink" Target="https://br.freepik.com/" TargetMode="External"/><Relationship Id="rId9" Type="http://schemas.openxmlformats.org/officeDocument/2006/relationships/image" Target="../media/image2.jpeg"/></Relationships>
</file>

<file path=ppt/slides/_rels/slide35.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hyperlink" Target="https://jornaldebrasilia.com.br/noticias/brasil/redacao-do-enemdesafia-aluno-da-rede-estadual-e-abismo-com-escola-particular-chega-a-47/" TargetMode="External"/><Relationship Id="rId7"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hyperlink" Target="https://seduc.se.gov.br/sergipe-tem-maior-media-de-redacao-no-enem-entre-asredes-publicas-do-brasil/" TargetMode="External"/><Relationship Id="rId5" Type="http://schemas.openxmlformats.org/officeDocument/2006/relationships/hyperlink" Target="https://www.scielo.br/j/tl/a/xzBKry3YHNpTNwTjkXqSsks/?format=html&amp;lang=pt" TargetMode="External"/><Relationship Id="rId10" Type="http://schemas.openxmlformats.org/officeDocument/2006/relationships/image" Target="../media/image4.svg"/><Relationship Id="rId4" Type="http://schemas.openxmlformats.org/officeDocument/2006/relationships/hyperlink" Target="https://preprints.scielo.org/index.a/scielo/preprint/view/11056/version/11656" TargetMode="Externa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DE59A-752D-AC05-13FB-16064F9957AE}"/>
            </a:ext>
          </a:extLst>
        </p:cNvPr>
        <p:cNvGrpSpPr/>
        <p:nvPr/>
      </p:nvGrpSpPr>
      <p:grpSpPr>
        <a:xfrm>
          <a:off x="0" y="0"/>
          <a:ext cx="0" cy="0"/>
          <a:chOff x="0" y="0"/>
          <a:chExt cx="0" cy="0"/>
        </a:xfrm>
      </p:grpSpPr>
      <p:sp>
        <p:nvSpPr>
          <p:cNvPr id="7" name="Espaço Reservado para Rodapé 6">
            <a:extLst>
              <a:ext uri="{FF2B5EF4-FFF2-40B4-BE49-F238E27FC236}">
                <a16:creationId xmlns:a16="http://schemas.microsoft.com/office/drawing/2014/main" id="{426CB878-CC72-6095-8A49-5127161092AC}"/>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8" name="Espaço Reservado para Número de Slide 7">
            <a:extLst>
              <a:ext uri="{FF2B5EF4-FFF2-40B4-BE49-F238E27FC236}">
                <a16:creationId xmlns:a16="http://schemas.microsoft.com/office/drawing/2014/main" id="{92ED0587-5D56-A0CC-A533-C80013EDD17A}"/>
              </a:ext>
            </a:extLst>
          </p:cNvPr>
          <p:cNvSpPr>
            <a:spLocks noGrp="1"/>
          </p:cNvSpPr>
          <p:nvPr>
            <p:ph type="sldNum" sz="quarter" idx="12"/>
          </p:nvPr>
        </p:nvSpPr>
        <p:spPr/>
        <p:txBody>
          <a:bodyPr/>
          <a:lstStyle/>
          <a:p>
            <a:pPr rtl="0"/>
            <a:fld id="{7DC1BBB0-96F0-4077-A278-0F3FB5C104D3}" type="slidenum">
              <a:rPr lang="pt-BR" noProof="0" smtClean="0"/>
              <a:pPr rtl="0"/>
              <a:t>1</a:t>
            </a:fld>
            <a:endParaRPr lang="pt-BR" noProof="0"/>
          </a:p>
        </p:txBody>
      </p:sp>
      <p:sp>
        <p:nvSpPr>
          <p:cNvPr id="3" name="Subtítulo 2">
            <a:extLst>
              <a:ext uri="{FF2B5EF4-FFF2-40B4-BE49-F238E27FC236}">
                <a16:creationId xmlns:a16="http://schemas.microsoft.com/office/drawing/2014/main" id="{1085C37D-5DBD-CB9C-8D0A-115B85D758B9}"/>
              </a:ext>
            </a:extLst>
          </p:cNvPr>
          <p:cNvSpPr>
            <a:spLocks noGrp="1"/>
          </p:cNvSpPr>
          <p:nvPr>
            <p:ph type="subTitle" idx="4294967295"/>
          </p:nvPr>
        </p:nvSpPr>
        <p:spPr>
          <a:xfrm>
            <a:off x="3742089" y="2925810"/>
            <a:ext cx="4704646" cy="595313"/>
          </a:xfrm>
        </p:spPr>
        <p:txBody>
          <a:bodyPr vert="horz" lIns="91440" tIns="45720" rIns="91440" bIns="45720" rtlCol="0" anchor="t">
            <a:normAutofit/>
          </a:bodyPr>
          <a:lstStyle/>
          <a:p>
            <a:pPr marL="0" indent="0">
              <a:buNone/>
            </a:pPr>
            <a:r>
              <a:rPr lang="pt-BR" sz="2400" dirty="0"/>
              <a:t>Desenvolvimento de Sistemas</a:t>
            </a:r>
            <a:endParaRPr lang="pt-BR" dirty="0"/>
          </a:p>
        </p:txBody>
      </p:sp>
      <p:grpSp>
        <p:nvGrpSpPr>
          <p:cNvPr id="4" name="Agrupar 3">
            <a:extLst>
              <a:ext uri="{FF2B5EF4-FFF2-40B4-BE49-F238E27FC236}">
                <a16:creationId xmlns:a16="http://schemas.microsoft.com/office/drawing/2014/main" id="{BE68C03D-30CD-E283-C90F-E9E5B8D8FDD8}"/>
              </a:ext>
            </a:extLst>
          </p:cNvPr>
          <p:cNvGrpSpPr/>
          <p:nvPr/>
        </p:nvGrpSpPr>
        <p:grpSpPr>
          <a:xfrm>
            <a:off x="2629213" y="-2293"/>
            <a:ext cx="6913821" cy="620688"/>
            <a:chOff x="2629213" y="0"/>
            <a:chExt cx="6913821" cy="620688"/>
          </a:xfrm>
        </p:grpSpPr>
        <p:pic>
          <p:nvPicPr>
            <p:cNvPr id="5" name="Imagem 4">
              <a:extLst>
                <a:ext uri="{FF2B5EF4-FFF2-40B4-BE49-F238E27FC236}">
                  <a16:creationId xmlns:a16="http://schemas.microsoft.com/office/drawing/2014/main" id="{904609AF-D30D-CB3A-0017-4C1CC79168F8}"/>
                </a:ext>
              </a:extLst>
            </p:cNvPr>
            <p:cNvPicPr>
              <a:picLocks noChangeAspect="1"/>
            </p:cNvPicPr>
            <p:nvPr/>
          </p:nvPicPr>
          <p:blipFill>
            <a:blip r:embed="rId3"/>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12" name="Imagem 11" descr="Desenho com traços pretos em fundo branco e letras pretas em fundo branco&#10;&#10;Descrição gerada automaticamente com confiança média">
              <a:extLst>
                <a:ext uri="{FF2B5EF4-FFF2-40B4-BE49-F238E27FC236}">
                  <a16:creationId xmlns:a16="http://schemas.microsoft.com/office/drawing/2014/main" id="{9762B943-B154-E9D2-5783-87917D9A50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17" name="Imagem 16">
              <a:extLst>
                <a:ext uri="{FF2B5EF4-FFF2-40B4-BE49-F238E27FC236}">
                  <a16:creationId xmlns:a16="http://schemas.microsoft.com/office/drawing/2014/main" id="{F0A35CE1-9097-DF43-56DC-8682DAF092C4}"/>
                </a:ext>
              </a:extLst>
            </p:cNvPr>
            <p:cNvPicPr>
              <a:picLocks noChangeAspect="1"/>
            </p:cNvPicPr>
            <p:nvPr/>
          </p:nvPicPr>
          <p:blipFill>
            <a:blip r:embed="rId5"/>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18" name="Fluxograma: Processo 17">
              <a:extLst>
                <a:ext uri="{FF2B5EF4-FFF2-40B4-BE49-F238E27FC236}">
                  <a16:creationId xmlns:a16="http://schemas.microsoft.com/office/drawing/2014/main" id="{8452D233-2FED-2772-6D04-F42AA6B44544}"/>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Fluxograma: Processo 18">
              <a:extLst>
                <a:ext uri="{FF2B5EF4-FFF2-40B4-BE49-F238E27FC236}">
                  <a16:creationId xmlns:a16="http://schemas.microsoft.com/office/drawing/2014/main" id="{DDBD48DC-BDB6-8872-EA37-E034A02F9D04}"/>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luxograma: Processo 19">
              <a:extLst>
                <a:ext uri="{FF2B5EF4-FFF2-40B4-BE49-F238E27FC236}">
                  <a16:creationId xmlns:a16="http://schemas.microsoft.com/office/drawing/2014/main" id="{13DC2BC1-1C29-DBD3-41F2-A8E753328339}"/>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2" name="Título 1">
            <a:extLst>
              <a:ext uri="{FF2B5EF4-FFF2-40B4-BE49-F238E27FC236}">
                <a16:creationId xmlns:a16="http://schemas.microsoft.com/office/drawing/2014/main" id="{A6FCEBC1-EFB0-7681-23C3-50BEB1912F50}"/>
              </a:ext>
            </a:extLst>
          </p:cNvPr>
          <p:cNvSpPr>
            <a:spLocks noGrp="1"/>
          </p:cNvSpPr>
          <p:nvPr>
            <p:ph type="ctrTitle" idx="4294967295"/>
          </p:nvPr>
        </p:nvSpPr>
        <p:spPr>
          <a:xfrm>
            <a:off x="1929606" y="1532942"/>
            <a:ext cx="8329612" cy="1116013"/>
          </a:xfrm>
        </p:spPr>
        <p:txBody>
          <a:bodyPr rtlCol="0"/>
          <a:lstStyle/>
          <a:p>
            <a:pPr rtl="0"/>
            <a:r>
              <a:rPr lang="pt-BR" sz="4000" dirty="0"/>
              <a:t>Trabalho de Conclusão de Curso</a:t>
            </a:r>
          </a:p>
        </p:txBody>
      </p:sp>
      <p:pic>
        <p:nvPicPr>
          <p:cNvPr id="9" name="Gráfico 8">
            <a:extLst>
              <a:ext uri="{FF2B5EF4-FFF2-40B4-BE49-F238E27FC236}">
                <a16:creationId xmlns:a16="http://schemas.microsoft.com/office/drawing/2014/main" id="{EB492D6B-0D24-CB23-3444-60B54B8460E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12868" y="3521123"/>
            <a:ext cx="4939039" cy="1736805"/>
          </a:xfrm>
          <a:prstGeom prst="rect">
            <a:avLst/>
          </a:prstGeom>
        </p:spPr>
      </p:pic>
    </p:spTree>
    <p:extLst>
      <p:ext uri="{BB962C8B-B14F-4D97-AF65-F5344CB8AC3E}">
        <p14:creationId xmlns:p14="http://schemas.microsoft.com/office/powerpoint/2010/main" val="335701162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2</a:t>
            </a:fld>
            <a:endParaRPr lang="pt-BR" noProof="0"/>
          </a:p>
        </p:txBody>
      </p:sp>
      <p:sp>
        <p:nvSpPr>
          <p:cNvPr id="2" name="Título 1"/>
          <p:cNvSpPr>
            <a:spLocks noGrp="1"/>
          </p:cNvSpPr>
          <p:nvPr>
            <p:ph type="ctrTitle" idx="4294967295"/>
          </p:nvPr>
        </p:nvSpPr>
        <p:spPr>
          <a:xfrm>
            <a:off x="1053852" y="836712"/>
            <a:ext cx="6397054" cy="731260"/>
          </a:xfrm>
        </p:spPr>
        <p:txBody>
          <a:bodyPr rtlCol="0">
            <a:normAutofit/>
          </a:bodyPr>
          <a:lstStyle/>
          <a:p>
            <a:pPr rtl="0"/>
            <a:r>
              <a:rPr lang="pt-BR" sz="3200" dirty="0"/>
              <a:t>Trabalho de Conclusão de Curso</a:t>
            </a:r>
          </a:p>
        </p:txBody>
      </p:sp>
      <p:sp>
        <p:nvSpPr>
          <p:cNvPr id="3" name="Subtítulo 2"/>
          <p:cNvSpPr>
            <a:spLocks noGrp="1"/>
          </p:cNvSpPr>
          <p:nvPr>
            <p:ph type="subTitle" idx="4294967295"/>
          </p:nvPr>
        </p:nvSpPr>
        <p:spPr>
          <a:xfrm>
            <a:off x="1053852" y="1506026"/>
            <a:ext cx="3969503" cy="595313"/>
          </a:xfrm>
        </p:spPr>
        <p:txBody>
          <a:bodyPr rtlCol="0">
            <a:normAutofit/>
          </a:bodyPr>
          <a:lstStyle/>
          <a:p>
            <a:pPr marL="0" indent="0" rtl="0">
              <a:buNone/>
            </a:pPr>
            <a:r>
              <a:rPr lang="pt-BR" sz="2000" dirty="0"/>
              <a:t>Desenvolvimento de Sistemas</a:t>
            </a:r>
          </a:p>
        </p:txBody>
      </p:sp>
      <p:sp>
        <p:nvSpPr>
          <p:cNvPr id="4" name="Espaço reservado para conteúdo 13">
            <a:extLst>
              <a:ext uri="{FF2B5EF4-FFF2-40B4-BE49-F238E27FC236}">
                <a16:creationId xmlns:a16="http://schemas.microsoft.com/office/drawing/2014/main" id="{49246EFC-B76B-4F23-B7D8-9CEB9EDD4763}"/>
              </a:ext>
            </a:extLst>
          </p:cNvPr>
          <p:cNvSpPr txBox="1">
            <a:spLocks/>
          </p:cNvSpPr>
          <p:nvPr/>
        </p:nvSpPr>
        <p:spPr>
          <a:xfrm>
            <a:off x="1125860" y="2966035"/>
            <a:ext cx="8275777" cy="1903125"/>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246380" indent="-246380"/>
            <a:r>
              <a:rPr lang="pt-BR" sz="2000" b="1" dirty="0"/>
              <a:t>Curso</a:t>
            </a:r>
            <a:r>
              <a:rPr lang="pt-BR" sz="2000" dirty="0"/>
              <a:t>: Curso Técnico de Desenvolvimento de Sistemas </a:t>
            </a:r>
          </a:p>
          <a:p>
            <a:pPr marL="246380" indent="-246380"/>
            <a:r>
              <a:rPr lang="pt-BR" sz="2000" b="1" dirty="0"/>
              <a:t>Modulo</a:t>
            </a:r>
            <a:r>
              <a:rPr lang="pt-BR" sz="2000" dirty="0"/>
              <a:t>: 3º </a:t>
            </a:r>
          </a:p>
          <a:p>
            <a:pPr marL="246380" indent="-246380"/>
            <a:r>
              <a:rPr lang="pt-BR" sz="2000" b="1" dirty="0"/>
              <a:t>Professor Orientador</a:t>
            </a:r>
            <a:r>
              <a:rPr lang="pt-BR" sz="2000" dirty="0"/>
              <a:t>: Paulo Rogério Neves de Oliveira</a:t>
            </a:r>
          </a:p>
        </p:txBody>
      </p:sp>
      <p:grpSp>
        <p:nvGrpSpPr>
          <p:cNvPr id="33" name="Agrupar 32">
            <a:extLst>
              <a:ext uri="{FF2B5EF4-FFF2-40B4-BE49-F238E27FC236}">
                <a16:creationId xmlns:a16="http://schemas.microsoft.com/office/drawing/2014/main" id="{F825CDD8-11D8-3D10-CA28-3430DD8916FF}"/>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C5706FA7-3E14-AC0C-F0B4-042414121BD1}"/>
                </a:ext>
              </a:extLst>
            </p:cNvPr>
            <p:cNvPicPr>
              <a:picLocks noChangeAspect="1"/>
            </p:cNvPicPr>
            <p:nvPr/>
          </p:nvPicPr>
          <p:blipFill>
            <a:blip r:embed="rId3"/>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CCF676B1-ABD1-6225-C3BE-164FCCFFA9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1F6D79E7-3DC5-25F8-1BBD-574033FDE0EA}"/>
                </a:ext>
              </a:extLst>
            </p:cNvPr>
            <p:cNvPicPr>
              <a:picLocks noChangeAspect="1"/>
            </p:cNvPicPr>
            <p:nvPr/>
          </p:nvPicPr>
          <p:blipFill>
            <a:blip r:embed="rId5"/>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41B93A7C-89BE-4D05-2277-06A14FCB4C29}"/>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CA6DB1F6-C95C-D2B8-40CF-4455A8B7D379}"/>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CED895D1-7215-0FD1-1AF4-4C409F3EA71A}"/>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F98FE143-F989-B326-85BE-ECC400320880}"/>
              </a:ext>
            </a:extLst>
          </p:cNvPr>
          <p:cNvSpPr>
            <a:spLocks noGrp="1"/>
          </p:cNvSpPr>
          <p:nvPr>
            <p:ph type="ftr" sz="quarter" idx="11"/>
          </p:nvPr>
        </p:nvSpPr>
        <p:spPr>
          <a:xfrm>
            <a:off x="8927432" y="6356351"/>
            <a:ext cx="1995492" cy="365125"/>
          </a:xfrm>
        </p:spPr>
        <p:txBody>
          <a:bodyPr/>
          <a:lstStyle/>
          <a:p>
            <a:pPr rtl="0"/>
            <a:r>
              <a:rPr lang="pt-BR" noProof="0" dirty="0"/>
              <a:t>Equipe_04</a:t>
            </a:r>
          </a:p>
        </p:txBody>
      </p:sp>
      <p:pic>
        <p:nvPicPr>
          <p:cNvPr id="7" name="Gráfico 6">
            <a:extLst>
              <a:ext uri="{FF2B5EF4-FFF2-40B4-BE49-F238E27FC236}">
                <a16:creationId xmlns:a16="http://schemas.microsoft.com/office/drawing/2014/main" id="{85A8CE90-7A97-F43C-6117-BF7F809D73D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42728200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3</a:t>
            </a:fld>
            <a:endParaRPr lang="pt-BR" noProof="0"/>
          </a:p>
        </p:txBody>
      </p:sp>
      <p:sp>
        <p:nvSpPr>
          <p:cNvPr id="2" name="Título 1"/>
          <p:cNvSpPr>
            <a:spLocks noGrp="1"/>
          </p:cNvSpPr>
          <p:nvPr>
            <p:ph type="ctrTitle" idx="4294967295"/>
          </p:nvPr>
        </p:nvSpPr>
        <p:spPr>
          <a:xfrm>
            <a:off x="1053852" y="836712"/>
            <a:ext cx="6397054" cy="731260"/>
          </a:xfrm>
        </p:spPr>
        <p:txBody>
          <a:bodyPr rtlCol="0">
            <a:normAutofit/>
          </a:bodyPr>
          <a:lstStyle/>
          <a:p>
            <a:pPr rtl="0"/>
            <a:r>
              <a:rPr lang="pt-BR" sz="2400" b="1"/>
              <a:t>Trabalho de Conclusão de Curso</a:t>
            </a:r>
          </a:p>
        </p:txBody>
      </p:sp>
      <p:sp>
        <p:nvSpPr>
          <p:cNvPr id="3" name="Subtítulo 2"/>
          <p:cNvSpPr>
            <a:spLocks noGrp="1"/>
          </p:cNvSpPr>
          <p:nvPr>
            <p:ph type="subTitle" idx="4294967295"/>
          </p:nvPr>
        </p:nvSpPr>
        <p:spPr>
          <a:xfrm>
            <a:off x="1053852" y="1506026"/>
            <a:ext cx="3969503" cy="595313"/>
          </a:xfrm>
        </p:spPr>
        <p:txBody>
          <a:bodyPr rtlCol="0">
            <a:normAutofit/>
          </a:bodyPr>
          <a:lstStyle/>
          <a:p>
            <a:pPr marL="0" indent="0" rtl="0">
              <a:buNone/>
            </a:pPr>
            <a:r>
              <a:rPr lang="pt-BR" sz="1800"/>
              <a:t>Desenvolvimento de Sistemas</a:t>
            </a:r>
          </a:p>
        </p:txBody>
      </p:sp>
      <p:sp>
        <p:nvSpPr>
          <p:cNvPr id="5" name="Espaço reservado para conteúdo 13">
            <a:extLst>
              <a:ext uri="{FF2B5EF4-FFF2-40B4-BE49-F238E27FC236}">
                <a16:creationId xmlns:a16="http://schemas.microsoft.com/office/drawing/2014/main" id="{E3267D9C-182E-5F94-2C06-BCBD4BA751EE}"/>
              </a:ext>
            </a:extLst>
          </p:cNvPr>
          <p:cNvSpPr txBox="1">
            <a:spLocks/>
          </p:cNvSpPr>
          <p:nvPr/>
        </p:nvSpPr>
        <p:spPr>
          <a:xfrm>
            <a:off x="1125860" y="2564903"/>
            <a:ext cx="7165272" cy="2419677"/>
          </a:xfrm>
          <a:prstGeom prst="rect">
            <a:avLst/>
          </a:prstGeom>
        </p:spPr>
        <p:txBody>
          <a:bodyPr lIns="91440" tIns="45720" rIns="91440" bIns="45720" rtlCol="0" anchor="t">
            <a:normAutofit lnSpcReduction="10000"/>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2000" dirty="0"/>
              <a:t>Equipe_04</a:t>
            </a:r>
          </a:p>
          <a:p>
            <a:pPr marL="246380" indent="-246380"/>
            <a:r>
              <a:rPr lang="pt-BR" sz="1800" dirty="0"/>
              <a:t>Pedro Braga </a:t>
            </a:r>
            <a:r>
              <a:rPr lang="pt-BR" sz="1800" dirty="0" err="1"/>
              <a:t>Billafranca</a:t>
            </a:r>
            <a:endParaRPr lang="pt-BR" sz="1800" dirty="0"/>
          </a:p>
          <a:p>
            <a:pPr marL="246380" indent="-246380"/>
            <a:r>
              <a:rPr lang="pt-BR" sz="1800" dirty="0" err="1"/>
              <a:t>Italo</a:t>
            </a:r>
            <a:r>
              <a:rPr lang="pt-BR" sz="1800" dirty="0"/>
              <a:t> Bezerra de Souza</a:t>
            </a:r>
          </a:p>
          <a:p>
            <a:pPr marL="246380" indent="-246380"/>
            <a:r>
              <a:rPr lang="pt-BR" sz="1800" dirty="0"/>
              <a:t>Lucas Guimarães dos Santos</a:t>
            </a:r>
          </a:p>
          <a:p>
            <a:pPr marL="246380" indent="-246380"/>
            <a:r>
              <a:rPr lang="pt-BR" sz="1800" dirty="0"/>
              <a:t>Raí de </a:t>
            </a:r>
            <a:r>
              <a:rPr lang="pt-BR" sz="1800" dirty="0" err="1"/>
              <a:t>Vicêncio</a:t>
            </a:r>
            <a:r>
              <a:rPr lang="pt-BR" sz="1800" dirty="0"/>
              <a:t> Meneghini</a:t>
            </a:r>
          </a:p>
          <a:p>
            <a:pPr marL="246380" indent="-246380"/>
            <a:r>
              <a:rPr lang="pt-BR" sz="1800" dirty="0"/>
              <a:t>Flavio Henrique da Costa Silva </a:t>
            </a:r>
          </a:p>
          <a:p>
            <a:pPr marL="246380" indent="-246380"/>
            <a:endParaRPr lang="pt-BR" sz="1800" dirty="0"/>
          </a:p>
        </p:txBody>
      </p:sp>
      <p:grpSp>
        <p:nvGrpSpPr>
          <p:cNvPr id="33" name="Agrupar 32">
            <a:extLst>
              <a:ext uri="{FF2B5EF4-FFF2-40B4-BE49-F238E27FC236}">
                <a16:creationId xmlns:a16="http://schemas.microsoft.com/office/drawing/2014/main" id="{4FC679EA-2548-C0CB-7FDE-B408101756CE}"/>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6828DE58-D480-4815-6D22-A20DD77DAEAD}"/>
                </a:ext>
              </a:extLst>
            </p:cNvPr>
            <p:cNvPicPr>
              <a:picLocks noChangeAspect="1"/>
            </p:cNvPicPr>
            <p:nvPr/>
          </p:nvPicPr>
          <p:blipFill>
            <a:blip r:embed="rId3"/>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A8011098-B6D3-D5AB-D676-D4E286ECD9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E0CC0F80-95DF-F139-A1D5-BFA5A14BC667}"/>
                </a:ext>
              </a:extLst>
            </p:cNvPr>
            <p:cNvPicPr>
              <a:picLocks noChangeAspect="1"/>
            </p:cNvPicPr>
            <p:nvPr/>
          </p:nvPicPr>
          <p:blipFill>
            <a:blip r:embed="rId5"/>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1F38090F-EC74-FD8C-90B4-90D899CBA6AC}"/>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5C70FBD7-219B-F091-E54C-BD38821ABB1E}"/>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6012671A-C6B8-8C71-5808-22DA71EA193A}"/>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69A6CF0F-8CF0-9BC6-CA6B-2C70D5F426C9}"/>
              </a:ext>
            </a:extLst>
          </p:cNvPr>
          <p:cNvSpPr>
            <a:spLocks noGrp="1"/>
          </p:cNvSpPr>
          <p:nvPr>
            <p:ph type="ftr" sz="quarter" idx="11"/>
          </p:nvPr>
        </p:nvSpPr>
        <p:spPr>
          <a:xfrm>
            <a:off x="8927432" y="6356351"/>
            <a:ext cx="1995492" cy="365125"/>
          </a:xfrm>
        </p:spPr>
        <p:txBody>
          <a:bodyPr/>
          <a:lstStyle/>
          <a:p>
            <a:pPr rtl="0"/>
            <a:r>
              <a:rPr lang="pt-BR" noProof="0" dirty="0"/>
              <a:t>Equipe_04</a:t>
            </a:r>
          </a:p>
        </p:txBody>
      </p:sp>
      <p:pic>
        <p:nvPicPr>
          <p:cNvPr id="4" name="Gráfico 3">
            <a:extLst>
              <a:ext uri="{FF2B5EF4-FFF2-40B4-BE49-F238E27FC236}">
                <a16:creationId xmlns:a16="http://schemas.microsoft.com/office/drawing/2014/main" id="{61132D9F-C6F8-B054-BEA1-2735CABC3B7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2110303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4</a:t>
            </a:fld>
            <a:endParaRPr lang="pt-BR" noProof="0"/>
          </a:p>
        </p:txBody>
      </p:sp>
      <p:sp>
        <p:nvSpPr>
          <p:cNvPr id="4" name="Espaço reservado para conteúdo 13">
            <a:extLst>
              <a:ext uri="{FF2B5EF4-FFF2-40B4-BE49-F238E27FC236}">
                <a16:creationId xmlns:a16="http://schemas.microsoft.com/office/drawing/2014/main" id="{126070DC-015A-DFDF-858A-F0EAE02BC82E}"/>
              </a:ext>
            </a:extLst>
          </p:cNvPr>
          <p:cNvSpPr txBox="1">
            <a:spLocks/>
          </p:cNvSpPr>
          <p:nvPr/>
        </p:nvSpPr>
        <p:spPr>
          <a:xfrm>
            <a:off x="1052785" y="2101462"/>
            <a:ext cx="3804979" cy="4211629"/>
          </a:xfrm>
          <a:prstGeom prst="rect">
            <a:avLst/>
          </a:prstGeom>
        </p:spPr>
        <p:txBody>
          <a:bodyPr vert="horz" lIns="91440" tIns="45720" rIns="91440" bIns="45720" rtlCol="0" anchor="t">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246380" indent="-246380"/>
            <a:r>
              <a:rPr lang="pt-BR" sz="1400" dirty="0">
                <a:cs typeface="Arial"/>
              </a:rPr>
              <a:t>Problematização</a:t>
            </a:r>
          </a:p>
          <a:p>
            <a:pPr marL="246380" indent="-246380"/>
            <a:r>
              <a:rPr lang="pt-BR" sz="1400" dirty="0">
                <a:cs typeface="Arial"/>
              </a:rPr>
              <a:t>Solução</a:t>
            </a:r>
          </a:p>
          <a:p>
            <a:pPr marL="246380" indent="-246380"/>
            <a:r>
              <a:rPr lang="pt-BR" sz="1400" dirty="0">
                <a:cs typeface="Arial"/>
              </a:rPr>
              <a:t>Público Alvo</a:t>
            </a:r>
          </a:p>
          <a:p>
            <a:pPr marL="246380" indent="-246380"/>
            <a:r>
              <a:rPr lang="pt-BR" sz="1400" dirty="0">
                <a:cs typeface="Arial"/>
              </a:rPr>
              <a:t>Esboço</a:t>
            </a:r>
          </a:p>
          <a:p>
            <a:pPr marL="246380" indent="-246380"/>
            <a:r>
              <a:rPr lang="pt-BR" sz="1400" dirty="0">
                <a:cs typeface="Arial"/>
              </a:rPr>
              <a:t>Objetivos</a:t>
            </a:r>
          </a:p>
          <a:p>
            <a:pPr marL="246380" indent="-246380"/>
            <a:r>
              <a:rPr lang="pt-BR" sz="1400" dirty="0">
                <a:cs typeface="Arial"/>
              </a:rPr>
              <a:t>Justificativa</a:t>
            </a:r>
          </a:p>
          <a:p>
            <a:pPr marL="246380" indent="-246380"/>
            <a:r>
              <a:rPr lang="pt-BR" sz="1400" dirty="0">
                <a:cs typeface="Arial"/>
              </a:rPr>
              <a:t>Metodologias</a:t>
            </a:r>
          </a:p>
          <a:p>
            <a:pPr marL="246380" indent="-246380"/>
            <a:r>
              <a:rPr lang="pt-BR" sz="1400" dirty="0">
                <a:cs typeface="Arial"/>
              </a:rPr>
              <a:t>Tecnologias</a:t>
            </a:r>
          </a:p>
          <a:p>
            <a:pPr marL="246380" indent="-246380"/>
            <a:r>
              <a:rPr lang="pt-BR" sz="1400" dirty="0">
                <a:cs typeface="Arial"/>
              </a:rPr>
              <a:t>Levantamento de Requisitos</a:t>
            </a:r>
          </a:p>
          <a:p>
            <a:pPr marL="246380" indent="-246380"/>
            <a:r>
              <a:rPr lang="pt-BR" sz="1400" dirty="0">
                <a:cs typeface="Arial"/>
              </a:rPr>
              <a:t>Requisitos</a:t>
            </a:r>
          </a:p>
        </p:txBody>
      </p:sp>
      <p:sp>
        <p:nvSpPr>
          <p:cNvPr id="14" name="Título 1">
            <a:extLst>
              <a:ext uri="{FF2B5EF4-FFF2-40B4-BE49-F238E27FC236}">
                <a16:creationId xmlns:a16="http://schemas.microsoft.com/office/drawing/2014/main" id="{AB097550-61C8-4FEB-9BE4-D07000E1ACB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5" name="Subtítulo 2">
            <a:extLst>
              <a:ext uri="{FF2B5EF4-FFF2-40B4-BE49-F238E27FC236}">
                <a16:creationId xmlns:a16="http://schemas.microsoft.com/office/drawing/2014/main" id="{7D4DCB69-F7C1-40F6-9EFE-848532426752}"/>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5" name="Espaço reservado para conteúdo 13">
            <a:extLst>
              <a:ext uri="{FF2B5EF4-FFF2-40B4-BE49-F238E27FC236}">
                <a16:creationId xmlns:a16="http://schemas.microsoft.com/office/drawing/2014/main" id="{2ECD8A4C-B390-1880-3511-4D4DA3B12CC2}"/>
              </a:ext>
            </a:extLst>
          </p:cNvPr>
          <p:cNvSpPr txBox="1">
            <a:spLocks/>
          </p:cNvSpPr>
          <p:nvPr/>
        </p:nvSpPr>
        <p:spPr>
          <a:xfrm>
            <a:off x="5545087" y="2101461"/>
            <a:ext cx="4658456" cy="4211629"/>
          </a:xfrm>
          <a:prstGeom prst="rect">
            <a:avLst/>
          </a:prstGeom>
        </p:spPr>
        <p:txBody>
          <a:bodyPr vert="horz"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246380" indent="-246380"/>
            <a:r>
              <a:rPr lang="pt-BR" sz="1400" dirty="0">
                <a:cs typeface="Arial"/>
              </a:rPr>
              <a:t>Protótipos</a:t>
            </a:r>
          </a:p>
          <a:p>
            <a:pPr marL="246380" indent="-246380"/>
            <a:r>
              <a:rPr lang="pt-BR" sz="1400" dirty="0">
                <a:cs typeface="Arial"/>
              </a:rPr>
              <a:t>Diagramas UML</a:t>
            </a:r>
          </a:p>
          <a:p>
            <a:pPr marL="246380" indent="-246380"/>
            <a:r>
              <a:rPr lang="pt-BR" sz="1400" dirty="0"/>
              <a:t>Projeto de Banco de Dados (Conceitual e Lógico)</a:t>
            </a:r>
            <a:endParaRPr lang="pt-BR" sz="1400" dirty="0">
              <a:cs typeface="Arial"/>
            </a:endParaRPr>
          </a:p>
          <a:p>
            <a:pPr marL="246380" indent="-246380"/>
            <a:r>
              <a:rPr lang="pt-BR" sz="1400" dirty="0">
                <a:cs typeface="Arial"/>
              </a:rPr>
              <a:t>Fundamentação Teórica</a:t>
            </a:r>
          </a:p>
          <a:p>
            <a:pPr marL="246380" indent="-246380"/>
            <a:r>
              <a:rPr lang="pt-BR" sz="1400" dirty="0">
                <a:cs typeface="Arial"/>
              </a:rPr>
              <a:t>Pesquisas</a:t>
            </a:r>
          </a:p>
          <a:p>
            <a:pPr marL="246380" indent="-246380"/>
            <a:r>
              <a:rPr lang="pt-BR" sz="1400" dirty="0">
                <a:cs typeface="Arial"/>
              </a:rPr>
              <a:t>Hard Skills</a:t>
            </a:r>
          </a:p>
          <a:p>
            <a:pPr marL="246380" indent="-246380"/>
            <a:r>
              <a:rPr lang="pt-BR" sz="1400" dirty="0">
                <a:cs typeface="Arial"/>
              </a:rPr>
              <a:t>Soft Skills</a:t>
            </a:r>
          </a:p>
          <a:p>
            <a:pPr marL="246380" indent="-246380"/>
            <a:r>
              <a:rPr lang="pt-BR" sz="1400" dirty="0">
                <a:cs typeface="Arial"/>
              </a:rPr>
              <a:t>Desafios</a:t>
            </a:r>
          </a:p>
          <a:p>
            <a:pPr marL="246380" indent="-246380"/>
            <a:r>
              <a:rPr lang="pt-BR" sz="1400" dirty="0">
                <a:cs typeface="Arial"/>
              </a:rPr>
              <a:t>Bibliografia</a:t>
            </a:r>
            <a:endParaRPr lang="pt-BR" sz="1400" dirty="0"/>
          </a:p>
          <a:p>
            <a:pPr marL="246380" indent="-246380"/>
            <a:endParaRPr lang="pt-BR" sz="1400" b="1" dirty="0">
              <a:latin typeface="Arial"/>
              <a:cs typeface="Arial"/>
            </a:endParaRPr>
          </a:p>
          <a:p>
            <a:pPr marL="246380" indent="-246380"/>
            <a:endParaRPr lang="pt-BR" sz="1400" dirty="0">
              <a:latin typeface="Arial"/>
              <a:cs typeface="Arial"/>
            </a:endParaRPr>
          </a:p>
        </p:txBody>
      </p:sp>
      <p:grpSp>
        <p:nvGrpSpPr>
          <p:cNvPr id="34" name="Agrupar 33">
            <a:extLst>
              <a:ext uri="{FF2B5EF4-FFF2-40B4-BE49-F238E27FC236}">
                <a16:creationId xmlns:a16="http://schemas.microsoft.com/office/drawing/2014/main" id="{01FE7068-E680-5972-C82A-7F28122AFC1A}"/>
              </a:ext>
            </a:extLst>
          </p:cNvPr>
          <p:cNvGrpSpPr/>
          <p:nvPr/>
        </p:nvGrpSpPr>
        <p:grpSpPr>
          <a:xfrm>
            <a:off x="2629213" y="-2293"/>
            <a:ext cx="6913821" cy="620688"/>
            <a:chOff x="2629213" y="0"/>
            <a:chExt cx="6913821" cy="620688"/>
          </a:xfrm>
        </p:grpSpPr>
        <p:pic>
          <p:nvPicPr>
            <p:cNvPr id="35" name="Imagem 34">
              <a:extLst>
                <a:ext uri="{FF2B5EF4-FFF2-40B4-BE49-F238E27FC236}">
                  <a16:creationId xmlns:a16="http://schemas.microsoft.com/office/drawing/2014/main" id="{F9ACDE7A-DFA5-57F7-EEA8-D711B0FB939F}"/>
                </a:ext>
              </a:extLst>
            </p:cNvPr>
            <p:cNvPicPr>
              <a:picLocks noChangeAspect="1"/>
            </p:cNvPicPr>
            <p:nvPr/>
          </p:nvPicPr>
          <p:blipFill>
            <a:blip r:embed="rId3"/>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descr="Desenho com traços pretos em fundo branco e letras pretas em fundo branco&#10;&#10;Descrição gerada automaticamente com confiança média">
              <a:extLst>
                <a:ext uri="{FF2B5EF4-FFF2-40B4-BE49-F238E27FC236}">
                  <a16:creationId xmlns:a16="http://schemas.microsoft.com/office/drawing/2014/main" id="{B1D0108A-EABA-10CA-5341-D5F048A199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a:extLst>
                <a:ext uri="{FF2B5EF4-FFF2-40B4-BE49-F238E27FC236}">
                  <a16:creationId xmlns:a16="http://schemas.microsoft.com/office/drawing/2014/main" id="{6DF2A361-DF08-8612-37F8-51823FD45D62}"/>
                </a:ext>
              </a:extLst>
            </p:cNvPr>
            <p:cNvPicPr>
              <a:picLocks noChangeAspect="1"/>
            </p:cNvPicPr>
            <p:nvPr/>
          </p:nvPicPr>
          <p:blipFill>
            <a:blip r:embed="rId5"/>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8" name="Fluxograma: Processo 37">
              <a:extLst>
                <a:ext uri="{FF2B5EF4-FFF2-40B4-BE49-F238E27FC236}">
                  <a16:creationId xmlns:a16="http://schemas.microsoft.com/office/drawing/2014/main" id="{BB69EDF5-51B2-9B2D-2093-41EDC75F0400}"/>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9" name="Fluxograma: Processo 38">
              <a:extLst>
                <a:ext uri="{FF2B5EF4-FFF2-40B4-BE49-F238E27FC236}">
                  <a16:creationId xmlns:a16="http://schemas.microsoft.com/office/drawing/2014/main" id="{E6218E0E-D93E-01E7-9304-816AA2193EF0}"/>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Fluxograma: Processo 39">
              <a:extLst>
                <a:ext uri="{FF2B5EF4-FFF2-40B4-BE49-F238E27FC236}">
                  <a16:creationId xmlns:a16="http://schemas.microsoft.com/office/drawing/2014/main" id="{20D9D028-16AF-1758-BE83-29B65A5A4FD9}"/>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1" name="Espaço Reservado para Rodapé 6">
            <a:extLst>
              <a:ext uri="{FF2B5EF4-FFF2-40B4-BE49-F238E27FC236}">
                <a16:creationId xmlns:a16="http://schemas.microsoft.com/office/drawing/2014/main" id="{866E2E10-EC9A-1B29-1428-6DF29D400A2F}"/>
              </a:ext>
            </a:extLst>
          </p:cNvPr>
          <p:cNvSpPr>
            <a:spLocks noGrp="1"/>
          </p:cNvSpPr>
          <p:nvPr>
            <p:ph type="ftr" sz="quarter" idx="11"/>
          </p:nvPr>
        </p:nvSpPr>
        <p:spPr>
          <a:xfrm>
            <a:off x="8927432" y="6356351"/>
            <a:ext cx="1995492" cy="365125"/>
          </a:xfrm>
        </p:spPr>
        <p:txBody>
          <a:bodyPr/>
          <a:lstStyle/>
          <a:p>
            <a:pPr rtl="0"/>
            <a:r>
              <a:rPr lang="pt-BR" noProof="0" dirty="0"/>
              <a:t>Equipe_04</a:t>
            </a:r>
          </a:p>
        </p:txBody>
      </p:sp>
      <p:pic>
        <p:nvPicPr>
          <p:cNvPr id="2" name="Gráfico 1">
            <a:extLst>
              <a:ext uri="{FF2B5EF4-FFF2-40B4-BE49-F238E27FC236}">
                <a16:creationId xmlns:a16="http://schemas.microsoft.com/office/drawing/2014/main" id="{06090995-788A-63B8-9A31-FEEAF4EB79F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6554584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5</a:t>
            </a:fld>
            <a:endParaRPr lang="pt-BR" noProof="0"/>
          </a:p>
        </p:txBody>
      </p:sp>
      <p:sp>
        <p:nvSpPr>
          <p:cNvPr id="12" name="Título 1">
            <a:extLst>
              <a:ext uri="{FF2B5EF4-FFF2-40B4-BE49-F238E27FC236}">
                <a16:creationId xmlns:a16="http://schemas.microsoft.com/office/drawing/2014/main" id="{306CF383-86BE-4807-90B1-358A5BECE709}"/>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00B1AEDC-7D96-4DE1-B8DF-DCD9B40C88B7}"/>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27" name="Imagem 26">
            <a:extLst>
              <a:ext uri="{FF2B5EF4-FFF2-40B4-BE49-F238E27FC236}">
                <a16:creationId xmlns:a16="http://schemas.microsoft.com/office/drawing/2014/main" id="{0DA029FE-CE03-B0FB-0116-67946D72417A}"/>
              </a:ext>
            </a:extLst>
          </p:cNvPr>
          <p:cNvPicPr>
            <a:picLocks noChangeAspect="1"/>
          </p:cNvPicPr>
          <p:nvPr/>
        </p:nvPicPr>
        <p:blipFill>
          <a:blip r:embed="rId3"/>
          <a:stretch>
            <a:fillRect/>
          </a:stretch>
        </p:blipFill>
        <p:spPr>
          <a:xfrm>
            <a:off x="8643034" y="2541521"/>
            <a:ext cx="1800000" cy="1800000"/>
          </a:xfrm>
          <a:prstGeom prst="rect">
            <a:avLst/>
          </a:prstGeom>
          <a:effectLst>
            <a:reflection blurRad="6350" stA="50000" endA="275" endPos="40000" dist="101600" dir="5400000" sy="-100000" algn="bl" rotWithShape="0"/>
          </a:effectLst>
        </p:spPr>
      </p:pic>
      <p:grpSp>
        <p:nvGrpSpPr>
          <p:cNvPr id="35" name="Agrupar 34">
            <a:extLst>
              <a:ext uri="{FF2B5EF4-FFF2-40B4-BE49-F238E27FC236}">
                <a16:creationId xmlns:a16="http://schemas.microsoft.com/office/drawing/2014/main" id="{24143AA0-AD7F-6781-6360-69801DB8B57E}"/>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93419DFF-0E79-B0C8-C1E8-CA465C53FD8E}"/>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8369C9A1-D8EE-4877-D0EC-4589573AD0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D2016955-55FD-C1B5-C973-417B3C67A75C}"/>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4C29E3AE-7468-3110-07A9-3F5F7CDB55CB}"/>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CEC6DC99-1613-40BE-DD08-F82F07864F19}"/>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D5917527-AB29-7D47-29CE-E2809BEEDDEA}"/>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9" name="Espaço Reservado para Rodapé 6">
            <a:extLst>
              <a:ext uri="{FF2B5EF4-FFF2-40B4-BE49-F238E27FC236}">
                <a16:creationId xmlns:a16="http://schemas.microsoft.com/office/drawing/2014/main" id="{AEEEF33F-46D5-8DC0-084D-BB5006315640}"/>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4" name="CaixaDeTexto 3">
            <a:extLst>
              <a:ext uri="{FF2B5EF4-FFF2-40B4-BE49-F238E27FC236}">
                <a16:creationId xmlns:a16="http://schemas.microsoft.com/office/drawing/2014/main" id="{61B78466-1F86-E6AF-21F5-9A1423C49132}"/>
              </a:ext>
            </a:extLst>
          </p:cNvPr>
          <p:cNvSpPr txBox="1"/>
          <p:nvPr/>
        </p:nvSpPr>
        <p:spPr>
          <a:xfrm>
            <a:off x="8537419" y="5198805"/>
            <a:ext cx="1905615" cy="261610"/>
          </a:xfrm>
          <a:prstGeom prst="rect">
            <a:avLst/>
          </a:prstGeom>
          <a:noFill/>
        </p:spPr>
        <p:txBody>
          <a:bodyPr wrap="square">
            <a:spAutoFit/>
          </a:bodyPr>
          <a:lstStyle/>
          <a:p>
            <a:pPr marL="0" lvl="1" algn="ctr"/>
            <a:r>
              <a:rPr lang="pt-BR" sz="1100" b="1" dirty="0"/>
              <a:t>Fonte: </a:t>
            </a:r>
            <a:r>
              <a:rPr lang="pt-BR" sz="1100" dirty="0"/>
              <a:t>FREEPIK</a:t>
            </a:r>
          </a:p>
        </p:txBody>
      </p:sp>
      <p:sp>
        <p:nvSpPr>
          <p:cNvPr id="2" name="Espaço reservado para conteúdo 13">
            <a:extLst>
              <a:ext uri="{FF2B5EF4-FFF2-40B4-BE49-F238E27FC236}">
                <a16:creationId xmlns:a16="http://schemas.microsoft.com/office/drawing/2014/main" id="{07EFB495-534E-02AF-523F-2B4614DF15CF}"/>
              </a:ext>
            </a:extLst>
          </p:cNvPr>
          <p:cNvSpPr txBox="1">
            <a:spLocks/>
          </p:cNvSpPr>
          <p:nvPr/>
        </p:nvSpPr>
        <p:spPr>
          <a:xfrm>
            <a:off x="1053852" y="2190478"/>
            <a:ext cx="7059492" cy="3926858"/>
          </a:xfrm>
          <a:prstGeom prst="rect">
            <a:avLst/>
          </a:prstGeom>
        </p:spPr>
        <p:txBody>
          <a:bodyPr lIns="91440" tIns="45720" rIns="91440" bIns="45720" rtlCol="0" anchor="t"/>
          <a:ls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buNone/>
            </a:pPr>
            <a:r>
              <a:rPr lang="pt-BR" sz="2000" b="1" dirty="0"/>
              <a:t>Problematização</a:t>
            </a:r>
          </a:p>
          <a:p>
            <a:pPr marL="0" indent="0" algn="just">
              <a:buNone/>
            </a:pPr>
            <a:endParaRPr lang="pt-BR" sz="2000" b="1" dirty="0"/>
          </a:p>
          <a:p>
            <a:pPr marL="285750" indent="-285750" algn="just">
              <a:buFontTx/>
              <a:buChar char="-"/>
            </a:pPr>
            <a:r>
              <a:rPr lang="pt-BR" sz="1400" dirty="0"/>
              <a:t>O foco principal é resolver a </a:t>
            </a:r>
            <a:r>
              <a:rPr lang="pt-BR" sz="1400" b="1" dirty="0"/>
              <a:t>defasagem</a:t>
            </a:r>
            <a:r>
              <a:rPr lang="pt-BR" sz="1400" dirty="0"/>
              <a:t> do ensino público em </a:t>
            </a:r>
            <a:r>
              <a:rPr lang="pt-BR" sz="1400" b="1" dirty="0"/>
              <a:t>redações de vestibulares </a:t>
            </a:r>
            <a:r>
              <a:rPr lang="pt-BR" sz="1400" dirty="0"/>
              <a:t>importantes.</a:t>
            </a:r>
          </a:p>
          <a:p>
            <a:pPr marL="285750" indent="-285750" algn="just">
              <a:buFontTx/>
              <a:buChar char="-"/>
            </a:pPr>
            <a:endParaRPr lang="pt-BR" sz="1400" dirty="0"/>
          </a:p>
          <a:p>
            <a:pPr marL="285750" indent="-285750" algn="just">
              <a:buFontTx/>
              <a:buChar char="-"/>
            </a:pPr>
            <a:r>
              <a:rPr lang="pt-BR" sz="1400" dirty="0"/>
              <a:t>Fontes mostram que ENEM de 2023, </a:t>
            </a:r>
            <a:r>
              <a:rPr lang="pt-BR" sz="1400" b="1" dirty="0"/>
              <a:t>60 candidatos </a:t>
            </a:r>
            <a:r>
              <a:rPr lang="pt-BR" sz="1400" dirty="0"/>
              <a:t>alcançaram nota mil na redação. Desses, apenas </a:t>
            </a:r>
            <a:r>
              <a:rPr lang="pt-BR" sz="1400" b="1" dirty="0"/>
              <a:t>4 eram da rede pública</a:t>
            </a:r>
            <a:r>
              <a:rPr lang="pt-BR" sz="1400" dirty="0"/>
              <a:t>. A pesquisa demonstra o nível do ensino público brasileiro e que, ainda detém falta de investimento adequado.</a:t>
            </a:r>
          </a:p>
          <a:p>
            <a:pPr algn="just"/>
            <a:endParaRPr lang="pt-BR" sz="1400" dirty="0"/>
          </a:p>
          <a:p>
            <a:pPr marL="285750" indent="-285750" algn="just">
              <a:buFontTx/>
              <a:buChar char="-"/>
            </a:pPr>
            <a:r>
              <a:rPr lang="pt-BR" sz="1400" dirty="0"/>
              <a:t>Áreas como Sergipe, Espirito Santo, Rio Grande do sul, tem como média em redação apenas 600 pontos</a:t>
            </a:r>
          </a:p>
          <a:p>
            <a:pPr algn="just"/>
            <a:r>
              <a:rPr lang="pt-BR" sz="1400" dirty="0"/>
              <a:t>	</a:t>
            </a:r>
          </a:p>
          <a:p>
            <a:pPr marL="0" indent="0" algn="just">
              <a:buNone/>
            </a:pPr>
            <a:r>
              <a:rPr lang="pt-BR" sz="1400" b="1" dirty="0"/>
              <a:t>Nota Media por tipos de escola - (AGÊNCIA EBC)</a:t>
            </a:r>
          </a:p>
          <a:p>
            <a:pPr marL="0" indent="0" algn="just">
              <a:buNone/>
            </a:pPr>
            <a:endParaRPr lang="pt-BR" sz="1400" b="1" dirty="0"/>
          </a:p>
          <a:p>
            <a:pPr algn="just">
              <a:buFontTx/>
              <a:buChar char="-"/>
            </a:pPr>
            <a:r>
              <a:rPr lang="pt-BR" sz="1400" dirty="0"/>
              <a:t> Escolas </a:t>
            </a:r>
            <a:r>
              <a:rPr lang="pt-BR" sz="1400" b="1" dirty="0"/>
              <a:t>particulares</a:t>
            </a:r>
            <a:r>
              <a:rPr lang="pt-BR" sz="1400" dirty="0"/>
              <a:t> tem em média 740 pontos</a:t>
            </a:r>
          </a:p>
          <a:p>
            <a:pPr algn="just">
              <a:buFontTx/>
              <a:buChar char="-"/>
            </a:pPr>
            <a:endParaRPr lang="pt-BR" sz="1400" dirty="0"/>
          </a:p>
          <a:p>
            <a:pPr algn="just">
              <a:buFontTx/>
              <a:buChar char="-"/>
            </a:pPr>
            <a:r>
              <a:rPr lang="pt-BR" sz="1400" dirty="0"/>
              <a:t> Escolas </a:t>
            </a:r>
            <a:r>
              <a:rPr lang="pt-BR" sz="1400" b="1" dirty="0"/>
              <a:t>públicas</a:t>
            </a:r>
            <a:r>
              <a:rPr lang="pt-BR" sz="1400" dirty="0"/>
              <a:t> estão com apenas 550</a:t>
            </a:r>
            <a:endParaRPr lang="pt-BR" sz="1400" dirty="0">
              <a:cs typeface="Arial"/>
            </a:endParaRPr>
          </a:p>
        </p:txBody>
      </p:sp>
      <p:pic>
        <p:nvPicPr>
          <p:cNvPr id="5" name="Gráfico 4">
            <a:extLst>
              <a:ext uri="{FF2B5EF4-FFF2-40B4-BE49-F238E27FC236}">
                <a16:creationId xmlns:a16="http://schemas.microsoft.com/office/drawing/2014/main" id="{DA1AC55F-D430-9D87-68B9-63BD59368E9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3190719341"/>
      </p:ext>
    </p:extLst>
  </p:cSld>
  <p:clrMapOvr>
    <a:masterClrMapping/>
  </p:clrMapOvr>
  <mc:AlternateContent xmlns:mc="http://schemas.openxmlformats.org/markup-compatibility/2006" xmlns:p14="http://schemas.microsoft.com/office/powerpoint/2010/main">
    <mc:Choice Requires="p14">
      <p:transition spd="slow" p14:dur="1500">
        <p14:ripple dir="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6</a:t>
            </a:fld>
            <a:endParaRPr lang="pt-BR" noProof="0"/>
          </a:p>
        </p:txBody>
      </p:sp>
      <p:sp>
        <p:nvSpPr>
          <p:cNvPr id="12" name="Título 1">
            <a:extLst>
              <a:ext uri="{FF2B5EF4-FFF2-40B4-BE49-F238E27FC236}">
                <a16:creationId xmlns:a16="http://schemas.microsoft.com/office/drawing/2014/main" id="{BEAE2EC6-50B5-4B75-AE8D-6816CDB5B09B}"/>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9927CF33-639E-4658-B83D-427A1639C083}"/>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27" name="Imagem 26">
            <a:extLst>
              <a:ext uri="{FF2B5EF4-FFF2-40B4-BE49-F238E27FC236}">
                <a16:creationId xmlns:a16="http://schemas.microsoft.com/office/drawing/2014/main" id="{553F5CEC-CE67-E4D5-5C61-8A5C91B5572F}"/>
              </a:ext>
            </a:extLst>
          </p:cNvPr>
          <p:cNvPicPr>
            <a:picLocks noChangeAspect="1"/>
          </p:cNvPicPr>
          <p:nvPr/>
        </p:nvPicPr>
        <p:blipFill>
          <a:blip r:embed="rId3"/>
          <a:stretch>
            <a:fillRect/>
          </a:stretch>
        </p:blipFill>
        <p:spPr>
          <a:xfrm>
            <a:off x="8451210" y="2443775"/>
            <a:ext cx="1995492" cy="1995492"/>
          </a:xfrm>
          <a:prstGeom prst="rect">
            <a:avLst/>
          </a:prstGeom>
          <a:effectLst>
            <a:outerShdw blurRad="152400" dist="317500" dir="5400000" sx="90000" sy="-19000" rotWithShape="0">
              <a:prstClr val="black">
                <a:alpha val="15000"/>
              </a:prstClr>
            </a:outerShdw>
            <a:reflection blurRad="6350" stA="50000" endA="275" endPos="40000" dist="101600" dir="5400000" sy="-100000" algn="bl" rotWithShape="0"/>
          </a:effectLst>
        </p:spPr>
      </p:pic>
      <p:grpSp>
        <p:nvGrpSpPr>
          <p:cNvPr id="35" name="Agrupar 34">
            <a:extLst>
              <a:ext uri="{FF2B5EF4-FFF2-40B4-BE49-F238E27FC236}">
                <a16:creationId xmlns:a16="http://schemas.microsoft.com/office/drawing/2014/main" id="{C2BF229C-A130-AEA8-ADFF-6C3003A7BDBF}"/>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B1EF923A-01F9-1014-5074-9B397AFAB7AD}"/>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B0AEB6BA-01B5-434C-8512-4239A990E2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A08F7C60-D128-0686-2FE6-111D269D7FC2}"/>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D3B7DF4B-C759-0D0F-1DCC-7DBF0E404A80}"/>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C74399A9-1BA2-56E0-2E38-EC2DE4B46595}"/>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1B48153C-EC77-6545-5ECF-2BB74F31A669}"/>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2" name="Espaço Reservado para Rodapé 6">
            <a:extLst>
              <a:ext uri="{FF2B5EF4-FFF2-40B4-BE49-F238E27FC236}">
                <a16:creationId xmlns:a16="http://schemas.microsoft.com/office/drawing/2014/main" id="{C7F01F53-CF8D-361F-1094-48CC8B1BA2E1}"/>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4" name="CaixaDeTexto 3">
            <a:extLst>
              <a:ext uri="{FF2B5EF4-FFF2-40B4-BE49-F238E27FC236}">
                <a16:creationId xmlns:a16="http://schemas.microsoft.com/office/drawing/2014/main" id="{562A316B-24C6-EF64-5793-362136A050C8}"/>
              </a:ext>
            </a:extLst>
          </p:cNvPr>
          <p:cNvSpPr txBox="1"/>
          <p:nvPr/>
        </p:nvSpPr>
        <p:spPr>
          <a:xfrm>
            <a:off x="8451210" y="5198805"/>
            <a:ext cx="1995491" cy="261610"/>
          </a:xfrm>
          <a:prstGeom prst="rect">
            <a:avLst/>
          </a:prstGeom>
          <a:noFill/>
        </p:spPr>
        <p:txBody>
          <a:bodyPr wrap="square">
            <a:spAutoFit/>
          </a:bodyPr>
          <a:lstStyle/>
          <a:p>
            <a:pPr marL="0" lvl="1" algn="ctr"/>
            <a:r>
              <a:rPr lang="pt-BR" sz="1100" b="1" dirty="0"/>
              <a:t>Fonte: </a:t>
            </a:r>
            <a:r>
              <a:rPr lang="pt-BR" sz="1100" dirty="0"/>
              <a:t>FREEPIK</a:t>
            </a:r>
          </a:p>
        </p:txBody>
      </p:sp>
      <p:sp>
        <p:nvSpPr>
          <p:cNvPr id="6" name="Espaço reservado para conteúdo 13">
            <a:extLst>
              <a:ext uri="{FF2B5EF4-FFF2-40B4-BE49-F238E27FC236}">
                <a16:creationId xmlns:a16="http://schemas.microsoft.com/office/drawing/2014/main" id="{459892E3-43A0-7EAA-1174-4E0EC6011C3A}"/>
              </a:ext>
            </a:extLst>
          </p:cNvPr>
          <p:cNvSpPr txBox="1">
            <a:spLocks/>
          </p:cNvSpPr>
          <p:nvPr/>
        </p:nvSpPr>
        <p:spPr>
          <a:xfrm>
            <a:off x="1078799" y="2237286"/>
            <a:ext cx="6777939" cy="3422849"/>
          </a:xfrm>
          <a:prstGeom prst="rect">
            <a:avLst/>
          </a:prstGeom>
        </p:spPr>
        <p:txBody>
          <a:bodyPr lIns="91440" tIns="45720" rIns="91440" bIns="45720" rtlCol="0" anchor="t"/>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t>Solução</a:t>
            </a:r>
            <a:r>
              <a:rPr lang="pt-BR" sz="2000" dirty="0"/>
              <a:t>: </a:t>
            </a:r>
          </a:p>
          <a:p>
            <a:pPr algn="just">
              <a:lnSpc>
                <a:spcPct val="100000"/>
              </a:lnSpc>
              <a:buFontTx/>
              <a:buChar char="-"/>
            </a:pPr>
            <a:r>
              <a:rPr lang="pt-BR" sz="1400" dirty="0">
                <a:ea typeface="+mn-lt"/>
                <a:cs typeface="+mn-lt"/>
              </a:rPr>
              <a:t>Planejamos desenvolver um sistema completo, voltado para a redação de Vestibulares. O objetivo do sistema é </a:t>
            </a:r>
            <a:r>
              <a:rPr lang="pt-BR" sz="1400" b="1" dirty="0">
                <a:ea typeface="+mn-lt"/>
                <a:cs typeface="+mn-lt"/>
              </a:rPr>
              <a:t>auxiliar estudantes </a:t>
            </a:r>
            <a:r>
              <a:rPr lang="pt-BR" sz="1400" dirty="0">
                <a:ea typeface="+mn-lt"/>
                <a:cs typeface="+mn-lt"/>
              </a:rPr>
              <a:t>a elaborar redações do</a:t>
            </a:r>
            <a:r>
              <a:rPr lang="pt-BR" sz="1400" b="1" dirty="0">
                <a:ea typeface="+mn-lt"/>
                <a:cs typeface="+mn-lt"/>
              </a:rPr>
              <a:t> zero</a:t>
            </a:r>
            <a:r>
              <a:rPr lang="pt-BR" sz="1400" dirty="0">
                <a:ea typeface="+mn-lt"/>
                <a:cs typeface="+mn-lt"/>
              </a:rPr>
              <a:t>, ensinando eles a:</a:t>
            </a:r>
          </a:p>
          <a:p>
            <a:pPr algn="just">
              <a:lnSpc>
                <a:spcPct val="100000"/>
              </a:lnSpc>
              <a:buFontTx/>
              <a:buChar char="-"/>
            </a:pPr>
            <a:r>
              <a:rPr lang="pt-BR" sz="1400" dirty="0">
                <a:ea typeface="+mn-lt"/>
                <a:cs typeface="+mn-lt"/>
              </a:rPr>
              <a:t>Estruturar, Introduzir, Desenvolver, Argumentar e Concluir textos com base nos critérios exigidos. </a:t>
            </a:r>
          </a:p>
          <a:p>
            <a:pPr algn="just">
              <a:lnSpc>
                <a:spcPct val="100000"/>
              </a:lnSpc>
              <a:buFontTx/>
              <a:buChar char="-"/>
            </a:pPr>
            <a:r>
              <a:rPr lang="pt-BR" sz="1400" dirty="0">
                <a:ea typeface="+mn-lt"/>
                <a:cs typeface="+mn-lt"/>
              </a:rPr>
              <a:t>O sistema contará com </a:t>
            </a:r>
            <a:r>
              <a:rPr lang="pt-BR" sz="1400" b="1" dirty="0">
                <a:ea typeface="+mn-lt"/>
                <a:cs typeface="+mn-lt"/>
              </a:rPr>
              <a:t>inteligência artificial</a:t>
            </a:r>
            <a:r>
              <a:rPr lang="pt-BR" sz="1400" dirty="0">
                <a:ea typeface="+mn-lt"/>
                <a:cs typeface="+mn-lt"/>
              </a:rPr>
              <a:t> para realizar </a:t>
            </a:r>
            <a:r>
              <a:rPr lang="pt-BR" sz="1400" b="1" dirty="0">
                <a:ea typeface="+mn-lt"/>
                <a:cs typeface="+mn-lt"/>
              </a:rPr>
              <a:t>correções automatizadas,</a:t>
            </a:r>
            <a:r>
              <a:rPr lang="pt-BR" sz="1400" dirty="0">
                <a:ea typeface="+mn-lt"/>
                <a:cs typeface="+mn-lt"/>
              </a:rPr>
              <a:t> oferecendo </a:t>
            </a:r>
            <a:r>
              <a:rPr lang="pt-BR" sz="1400" b="1" dirty="0">
                <a:ea typeface="+mn-lt"/>
                <a:cs typeface="+mn-lt"/>
              </a:rPr>
              <a:t>feedback</a:t>
            </a:r>
            <a:r>
              <a:rPr lang="pt-BR" sz="1400" dirty="0">
                <a:ea typeface="+mn-lt"/>
                <a:cs typeface="+mn-lt"/>
              </a:rPr>
              <a:t> detalhado, permitindo que os estudantes identifiquem </a:t>
            </a:r>
            <a:r>
              <a:rPr lang="pt-BR" sz="1400" b="1" dirty="0">
                <a:ea typeface="+mn-lt"/>
                <a:cs typeface="+mn-lt"/>
              </a:rPr>
              <a:t>pontos fortes </a:t>
            </a:r>
            <a:r>
              <a:rPr lang="pt-BR" sz="1400" dirty="0">
                <a:ea typeface="+mn-lt"/>
                <a:cs typeface="+mn-lt"/>
              </a:rPr>
              <a:t>e áreas a </a:t>
            </a:r>
            <a:r>
              <a:rPr lang="pt-BR" sz="1400" b="1" dirty="0">
                <a:ea typeface="+mn-lt"/>
                <a:cs typeface="+mn-lt"/>
              </a:rPr>
              <a:t>melhorar</a:t>
            </a:r>
            <a:r>
              <a:rPr lang="pt-BR" sz="1400" dirty="0">
                <a:ea typeface="+mn-lt"/>
                <a:cs typeface="+mn-lt"/>
              </a:rPr>
              <a:t> de forma rápida e objetiva. </a:t>
            </a:r>
          </a:p>
          <a:p>
            <a:pPr algn="just">
              <a:lnSpc>
                <a:spcPct val="100000"/>
              </a:lnSpc>
              <a:buFontTx/>
              <a:buChar char="-"/>
            </a:pPr>
            <a:r>
              <a:rPr lang="pt-BR" sz="1400" dirty="0">
                <a:ea typeface="+mn-lt"/>
                <a:cs typeface="+mn-lt"/>
              </a:rPr>
              <a:t>Dessa forma, esperamos proporcionar uma melhoria significativa no </a:t>
            </a:r>
            <a:r>
              <a:rPr lang="pt-BR" sz="1400" b="1" dirty="0">
                <a:ea typeface="+mn-lt"/>
                <a:cs typeface="+mn-lt"/>
              </a:rPr>
              <a:t>desempenho</a:t>
            </a:r>
            <a:r>
              <a:rPr lang="pt-BR" sz="1400" dirty="0">
                <a:ea typeface="+mn-lt"/>
                <a:cs typeface="+mn-lt"/>
              </a:rPr>
              <a:t> desses estudantes nas provas.</a:t>
            </a:r>
            <a:r>
              <a:rPr lang="pt-BR" sz="1400" dirty="0">
                <a:cs typeface="Arial"/>
              </a:rPr>
              <a:t> </a:t>
            </a:r>
            <a:endParaRPr lang="pt-BR" dirty="0"/>
          </a:p>
          <a:p>
            <a:pPr marL="246380" indent="-246380"/>
            <a:endParaRPr lang="pt-BR" sz="2000" dirty="0"/>
          </a:p>
        </p:txBody>
      </p:sp>
      <p:pic>
        <p:nvPicPr>
          <p:cNvPr id="2" name="Gráfico 1">
            <a:extLst>
              <a:ext uri="{FF2B5EF4-FFF2-40B4-BE49-F238E27FC236}">
                <a16:creationId xmlns:a16="http://schemas.microsoft.com/office/drawing/2014/main" id="{AB08CDD6-644A-FB63-9CD3-801D80C9BE7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17187869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7</a:t>
            </a:fld>
            <a:endParaRPr lang="pt-BR" noProof="0"/>
          </a:p>
        </p:txBody>
      </p:sp>
      <p:sp>
        <p:nvSpPr>
          <p:cNvPr id="12" name="Título 1">
            <a:extLst>
              <a:ext uri="{FF2B5EF4-FFF2-40B4-BE49-F238E27FC236}">
                <a16:creationId xmlns:a16="http://schemas.microsoft.com/office/drawing/2014/main" id="{3514D7A4-9A04-43AB-AD03-868BD45DCCF2}"/>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AC38096E-FFB0-4096-B718-5B106E0333EE}"/>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29" name="Imagem 28">
            <a:extLst>
              <a:ext uri="{FF2B5EF4-FFF2-40B4-BE49-F238E27FC236}">
                <a16:creationId xmlns:a16="http://schemas.microsoft.com/office/drawing/2014/main" id="{8880CD18-7A2D-0638-AB5B-C8A42295C6ED}"/>
              </a:ext>
            </a:extLst>
          </p:cNvPr>
          <p:cNvPicPr>
            <a:picLocks noChangeAspect="1"/>
          </p:cNvPicPr>
          <p:nvPr/>
        </p:nvPicPr>
        <p:blipFill>
          <a:blip r:embed="rId3"/>
          <a:stretch>
            <a:fillRect/>
          </a:stretch>
        </p:blipFill>
        <p:spPr>
          <a:xfrm>
            <a:off x="8100177" y="2234104"/>
            <a:ext cx="2160000" cy="2160000"/>
          </a:xfrm>
          <a:prstGeom prst="rect">
            <a:avLst/>
          </a:prstGeom>
          <a:effectLst>
            <a:reflection blurRad="6350" stA="50000" endA="275" endPos="40000" dist="101600" dir="5400000" sy="-100000" algn="bl" rotWithShape="0"/>
          </a:effectLst>
        </p:spPr>
      </p:pic>
      <p:grpSp>
        <p:nvGrpSpPr>
          <p:cNvPr id="37" name="Agrupar 36">
            <a:extLst>
              <a:ext uri="{FF2B5EF4-FFF2-40B4-BE49-F238E27FC236}">
                <a16:creationId xmlns:a16="http://schemas.microsoft.com/office/drawing/2014/main" id="{BC00CD55-1A86-4492-8212-B0A67D5AA659}"/>
              </a:ext>
            </a:extLst>
          </p:cNvPr>
          <p:cNvGrpSpPr/>
          <p:nvPr/>
        </p:nvGrpSpPr>
        <p:grpSpPr>
          <a:xfrm>
            <a:off x="2629213" y="-2293"/>
            <a:ext cx="6913821" cy="620688"/>
            <a:chOff x="2629213" y="0"/>
            <a:chExt cx="6913821" cy="620688"/>
          </a:xfrm>
        </p:grpSpPr>
        <p:pic>
          <p:nvPicPr>
            <p:cNvPr id="38" name="Imagem 37">
              <a:extLst>
                <a:ext uri="{FF2B5EF4-FFF2-40B4-BE49-F238E27FC236}">
                  <a16:creationId xmlns:a16="http://schemas.microsoft.com/office/drawing/2014/main" id="{6DDAF9F0-1AA1-5134-B8A5-F420FE1EC14B}"/>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descr="Desenho com traços pretos em fundo branco e letras pretas em fundo branco&#10;&#10;Descrição gerada automaticamente com confiança média">
              <a:extLst>
                <a:ext uri="{FF2B5EF4-FFF2-40B4-BE49-F238E27FC236}">
                  <a16:creationId xmlns:a16="http://schemas.microsoft.com/office/drawing/2014/main" id="{A474028B-1E8D-0EF4-DFFD-ADC6952E03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0" name="Imagem 39">
              <a:extLst>
                <a:ext uri="{FF2B5EF4-FFF2-40B4-BE49-F238E27FC236}">
                  <a16:creationId xmlns:a16="http://schemas.microsoft.com/office/drawing/2014/main" id="{5C5A0FF0-86B0-0A99-A0F6-D8BEDDBDEDEC}"/>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1" name="Fluxograma: Processo 40">
              <a:extLst>
                <a:ext uri="{FF2B5EF4-FFF2-40B4-BE49-F238E27FC236}">
                  <a16:creationId xmlns:a16="http://schemas.microsoft.com/office/drawing/2014/main" id="{F4E4CD8F-A8D3-0C30-22B1-EC64B02798DA}"/>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Fluxograma: Processo 41">
              <a:extLst>
                <a:ext uri="{FF2B5EF4-FFF2-40B4-BE49-F238E27FC236}">
                  <a16:creationId xmlns:a16="http://schemas.microsoft.com/office/drawing/2014/main" id="{895D53AB-9D58-0EFB-858B-9904ED76C27A}"/>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Fluxograma: Processo 42">
              <a:extLst>
                <a:ext uri="{FF2B5EF4-FFF2-40B4-BE49-F238E27FC236}">
                  <a16:creationId xmlns:a16="http://schemas.microsoft.com/office/drawing/2014/main" id="{43A26AB6-38F8-E08E-3733-7187925606BD}"/>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4" name="Espaço Reservado para Rodapé 6">
            <a:extLst>
              <a:ext uri="{FF2B5EF4-FFF2-40B4-BE49-F238E27FC236}">
                <a16:creationId xmlns:a16="http://schemas.microsoft.com/office/drawing/2014/main" id="{5C8B3793-22D3-99FC-D9A3-68C9AE94B899}"/>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E82B82AD-2391-46B9-C2C0-8A8026BA4AFA}"/>
              </a:ext>
            </a:extLst>
          </p:cNvPr>
          <p:cNvSpPr txBox="1"/>
          <p:nvPr/>
        </p:nvSpPr>
        <p:spPr>
          <a:xfrm>
            <a:off x="8100177" y="5198805"/>
            <a:ext cx="2160000" cy="261610"/>
          </a:xfrm>
          <a:prstGeom prst="rect">
            <a:avLst/>
          </a:prstGeom>
          <a:noFill/>
        </p:spPr>
        <p:txBody>
          <a:bodyPr wrap="square">
            <a:spAutoFit/>
          </a:bodyPr>
          <a:lstStyle/>
          <a:p>
            <a:pPr marL="0" lvl="1" algn="ctr"/>
            <a:r>
              <a:rPr lang="pt-BR" sz="1100" b="1" dirty="0"/>
              <a:t>Fonte: </a:t>
            </a:r>
            <a:r>
              <a:rPr lang="pt-BR" sz="1100" dirty="0"/>
              <a:t>FREEPIK</a:t>
            </a:r>
          </a:p>
        </p:txBody>
      </p:sp>
      <p:sp>
        <p:nvSpPr>
          <p:cNvPr id="10" name="Espaço reservado para conteúdo 13">
            <a:extLst>
              <a:ext uri="{FF2B5EF4-FFF2-40B4-BE49-F238E27FC236}">
                <a16:creationId xmlns:a16="http://schemas.microsoft.com/office/drawing/2014/main" id="{C031FBC8-D7A4-E337-CE06-1D78B6B40C83}"/>
              </a:ext>
            </a:extLst>
          </p:cNvPr>
          <p:cNvSpPr txBox="1">
            <a:spLocks/>
          </p:cNvSpPr>
          <p:nvPr/>
        </p:nvSpPr>
        <p:spPr>
          <a:xfrm>
            <a:off x="1053852" y="2190478"/>
            <a:ext cx="6161316" cy="3730927"/>
          </a:xfrm>
          <a:prstGeom prst="rect">
            <a:avLst/>
          </a:prstGeom>
        </p:spPr>
        <p:txBody>
          <a:bodyPr lIns="91440" tIns="45720" rIns="91440" bIns="45720" rtlCol="0" anchor="t"/>
          <a:ls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pt-BR" sz="2000" b="1" dirty="0"/>
              <a:t>Público alvo: </a:t>
            </a:r>
          </a:p>
          <a:p>
            <a:pPr marL="0" indent="0">
              <a:buNone/>
            </a:pPr>
            <a:endParaRPr lang="pt-BR" sz="2000" b="1" dirty="0"/>
          </a:p>
          <a:p>
            <a:pPr marL="285750" indent="-285750" algn="just">
              <a:buFontTx/>
              <a:buChar char="-"/>
            </a:pPr>
            <a:r>
              <a:rPr lang="pt-BR" sz="1400" dirty="0"/>
              <a:t>Publico alvo concentra-se nos </a:t>
            </a:r>
            <a:r>
              <a:rPr lang="pt-BR" sz="1400" b="1" dirty="0"/>
              <a:t>estudantes de escolas públicas </a:t>
            </a:r>
            <a:r>
              <a:rPr lang="pt-BR" sz="1400" dirty="0"/>
              <a:t>do ensino médio que concorrem por vagas voltadas ao ensino superior. </a:t>
            </a:r>
          </a:p>
          <a:p>
            <a:pPr algn="just"/>
            <a:endParaRPr lang="pt-BR" sz="1400" dirty="0"/>
          </a:p>
          <a:p>
            <a:pPr marL="285750" indent="-285750" algn="just">
              <a:buFontTx/>
              <a:buChar char="-"/>
            </a:pPr>
            <a:r>
              <a:rPr lang="pt-BR" sz="1400" dirty="0"/>
              <a:t>No Brasil, muitos alunos </a:t>
            </a:r>
            <a:r>
              <a:rPr lang="pt-BR" sz="1400" b="1" dirty="0"/>
              <a:t>enfrentam dificuldades </a:t>
            </a:r>
            <a:r>
              <a:rPr lang="pt-BR" sz="1400" dirty="0"/>
              <a:t>significativas no desenvolvimento de competências de </a:t>
            </a:r>
            <a:r>
              <a:rPr lang="pt-BR" sz="1400" b="1" dirty="0"/>
              <a:t>escrita crítica e argumentativa</a:t>
            </a:r>
            <a:r>
              <a:rPr lang="pt-BR" sz="1400" dirty="0"/>
              <a:t>, </a:t>
            </a:r>
            <a:r>
              <a:rPr lang="pt-BR" sz="1400" b="1" dirty="0"/>
              <a:t>diminuindo</a:t>
            </a:r>
            <a:r>
              <a:rPr lang="pt-BR" sz="1400" dirty="0"/>
              <a:t> suas chances de </a:t>
            </a:r>
            <a:r>
              <a:rPr lang="pt-BR" sz="1400" b="1" dirty="0"/>
              <a:t>acesso</a:t>
            </a:r>
            <a:r>
              <a:rPr lang="pt-BR" sz="1400" dirty="0"/>
              <a:t> ao </a:t>
            </a:r>
            <a:r>
              <a:rPr lang="pt-BR" sz="1400" b="1" dirty="0"/>
              <a:t>ensino superior</a:t>
            </a:r>
          </a:p>
          <a:p>
            <a:pPr marL="285750" indent="-285750" algn="just">
              <a:buFontTx/>
              <a:buChar char="-"/>
            </a:pPr>
            <a:endParaRPr lang="pt-BR" sz="1400" b="1" dirty="0"/>
          </a:p>
          <a:p>
            <a:pPr marL="285750" indent="-285750" algn="just">
              <a:buFontTx/>
              <a:buChar char="-"/>
            </a:pPr>
            <a:r>
              <a:rPr lang="pt-BR" sz="1400" dirty="0"/>
              <a:t>Isso</a:t>
            </a:r>
            <a:r>
              <a:rPr lang="pt-BR" sz="1400" b="1" dirty="0"/>
              <a:t> </a:t>
            </a:r>
            <a:r>
              <a:rPr lang="pt-BR" sz="1400" dirty="0"/>
              <a:t>reforçando a necessidade de iniciativas que promovam equidade e </a:t>
            </a:r>
            <a:r>
              <a:rPr lang="pt-BR" sz="1400" b="1" dirty="0"/>
              <a:t>apoiem</a:t>
            </a:r>
            <a:r>
              <a:rPr lang="pt-BR" sz="1400" dirty="0"/>
              <a:t> o </a:t>
            </a:r>
            <a:r>
              <a:rPr lang="pt-BR" sz="1400" b="1" dirty="0"/>
              <a:t>aprimoramento</a:t>
            </a:r>
            <a:r>
              <a:rPr lang="pt-BR" sz="1400" dirty="0"/>
              <a:t> das habilidades de redação entre esses estudantes.</a:t>
            </a:r>
          </a:p>
        </p:txBody>
      </p:sp>
      <p:pic>
        <p:nvPicPr>
          <p:cNvPr id="2" name="Gráfico 1">
            <a:extLst>
              <a:ext uri="{FF2B5EF4-FFF2-40B4-BE49-F238E27FC236}">
                <a16:creationId xmlns:a16="http://schemas.microsoft.com/office/drawing/2014/main" id="{5F64EADA-DD83-9C67-072A-261F5373121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2257803577"/>
      </p:ext>
    </p:extLst>
  </p:cSld>
  <p:clrMapOvr>
    <a:masterClrMapping/>
  </p:clrMapOvr>
  <p:transition spd="slow">
    <p:circl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8</a:t>
            </a:fld>
            <a:endParaRPr lang="pt-BR" noProof="0"/>
          </a:p>
        </p:txBody>
      </p:sp>
      <p:sp>
        <p:nvSpPr>
          <p:cNvPr id="5" name="Espaço reservado para conteúdo 13">
            <a:extLst>
              <a:ext uri="{FF2B5EF4-FFF2-40B4-BE49-F238E27FC236}">
                <a16:creationId xmlns:a16="http://schemas.microsoft.com/office/drawing/2014/main" id="{00D5599C-F27A-985B-0D0A-BFDAB1066500}"/>
              </a:ext>
            </a:extLst>
          </p:cNvPr>
          <p:cNvSpPr txBox="1">
            <a:spLocks/>
          </p:cNvSpPr>
          <p:nvPr/>
        </p:nvSpPr>
        <p:spPr>
          <a:xfrm>
            <a:off x="1080323" y="1737777"/>
            <a:ext cx="9685552" cy="1872208"/>
          </a:xfrm>
          <a:prstGeom prst="rect">
            <a:avLst/>
          </a:prstGeom>
        </p:spPr>
        <p:txBody>
          <a:bodyPr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Font typeface="Euphemia" pitchFamily="34" charset="0"/>
              <a:buNone/>
            </a:pPr>
            <a:r>
              <a:rPr lang="pt-BR" sz="2000" dirty="0"/>
              <a:t>Esboço: </a:t>
            </a:r>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3" name="Imagem 2">
            <a:extLst>
              <a:ext uri="{FF2B5EF4-FFF2-40B4-BE49-F238E27FC236}">
                <a16:creationId xmlns:a16="http://schemas.microsoft.com/office/drawing/2014/main" id="{D963236F-5916-A243-9644-829536A88353}"/>
              </a:ext>
            </a:extLst>
          </p:cNvPr>
          <p:cNvPicPr>
            <a:picLocks noChangeAspect="1"/>
          </p:cNvPicPr>
          <p:nvPr/>
        </p:nvPicPr>
        <p:blipFill>
          <a:blip r:embed="rId3"/>
          <a:srcRect l="110" t="308" r="-110" b="-132"/>
          <a:stretch>
            <a:fillRect/>
          </a:stretch>
        </p:blipFill>
        <p:spPr>
          <a:xfrm>
            <a:off x="2726824" y="2100208"/>
            <a:ext cx="6378122" cy="4526418"/>
          </a:xfrm>
          <a:prstGeom prst="rect">
            <a:avLst/>
          </a:prstGeom>
        </p:spPr>
      </p:pic>
      <p:grpSp>
        <p:nvGrpSpPr>
          <p:cNvPr id="41" name="Agrupar 40">
            <a:extLst>
              <a:ext uri="{FF2B5EF4-FFF2-40B4-BE49-F238E27FC236}">
                <a16:creationId xmlns:a16="http://schemas.microsoft.com/office/drawing/2014/main" id="{EBDA412E-B7D1-9EB3-5FCE-56B04D2FB711}"/>
              </a:ext>
            </a:extLst>
          </p:cNvPr>
          <p:cNvGrpSpPr/>
          <p:nvPr/>
        </p:nvGrpSpPr>
        <p:grpSpPr>
          <a:xfrm>
            <a:off x="2629213" y="-2293"/>
            <a:ext cx="6913821" cy="620688"/>
            <a:chOff x="2629213" y="0"/>
            <a:chExt cx="6913821" cy="620688"/>
          </a:xfrm>
        </p:grpSpPr>
        <p:pic>
          <p:nvPicPr>
            <p:cNvPr id="42" name="Imagem 41">
              <a:extLst>
                <a:ext uri="{FF2B5EF4-FFF2-40B4-BE49-F238E27FC236}">
                  <a16:creationId xmlns:a16="http://schemas.microsoft.com/office/drawing/2014/main" id="{5E67A4A4-52F8-7F20-99F5-004EE8CE8E9A}"/>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3" name="Imagem 42" descr="Desenho com traços pretos em fundo branco e letras pretas em fundo branco&#10;&#10;Descrição gerada automaticamente com confiança média">
              <a:extLst>
                <a:ext uri="{FF2B5EF4-FFF2-40B4-BE49-F238E27FC236}">
                  <a16:creationId xmlns:a16="http://schemas.microsoft.com/office/drawing/2014/main" id="{44906BD8-48F3-BCDD-4CDC-8176DCD948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4" name="Imagem 43">
              <a:extLst>
                <a:ext uri="{FF2B5EF4-FFF2-40B4-BE49-F238E27FC236}">
                  <a16:creationId xmlns:a16="http://schemas.microsoft.com/office/drawing/2014/main" id="{644F62AA-C57E-098E-4E92-0F174FEB5633}"/>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5" name="Fluxograma: Processo 44">
              <a:extLst>
                <a:ext uri="{FF2B5EF4-FFF2-40B4-BE49-F238E27FC236}">
                  <a16:creationId xmlns:a16="http://schemas.microsoft.com/office/drawing/2014/main" id="{E0857591-71F6-F59A-51B3-04A2357694AA}"/>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6" name="Fluxograma: Processo 45">
              <a:extLst>
                <a:ext uri="{FF2B5EF4-FFF2-40B4-BE49-F238E27FC236}">
                  <a16:creationId xmlns:a16="http://schemas.microsoft.com/office/drawing/2014/main" id="{6B5A9D33-5C71-314E-B088-0D41AF0EC3BF}"/>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Fluxograma: Processo 46">
              <a:extLst>
                <a:ext uri="{FF2B5EF4-FFF2-40B4-BE49-F238E27FC236}">
                  <a16:creationId xmlns:a16="http://schemas.microsoft.com/office/drawing/2014/main" id="{4D55659B-960D-1FD6-917A-21AEF00E58A5}"/>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8" name="Espaço Reservado para Rodapé 6">
            <a:extLst>
              <a:ext uri="{FF2B5EF4-FFF2-40B4-BE49-F238E27FC236}">
                <a16:creationId xmlns:a16="http://schemas.microsoft.com/office/drawing/2014/main" id="{EC3966FB-9E9D-DDD4-817F-A3BD2E09B631}"/>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4" name="Subtítulo 2">
            <a:extLst>
              <a:ext uri="{FF2B5EF4-FFF2-40B4-BE49-F238E27FC236}">
                <a16:creationId xmlns:a16="http://schemas.microsoft.com/office/drawing/2014/main" id="{650223F6-C839-63A9-9C42-36368D95393A}"/>
              </a:ext>
            </a:extLst>
          </p:cNvPr>
          <p:cNvSpPr txBox="1">
            <a:spLocks/>
          </p:cNvSpPr>
          <p:nvPr/>
        </p:nvSpPr>
        <p:spPr>
          <a:xfrm>
            <a:off x="2726824" y="6626626"/>
            <a:ext cx="6378121" cy="231374"/>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Font typeface="Euphemia" pitchFamily="34" charset="0"/>
              <a:buNone/>
            </a:pPr>
            <a:r>
              <a:rPr lang="pt-BR" sz="1100" b="1" dirty="0"/>
              <a:t>Fonte</a:t>
            </a:r>
            <a:r>
              <a:rPr lang="pt-BR" sz="1100" dirty="0"/>
              <a:t>: Elaboração Própria</a:t>
            </a:r>
          </a:p>
        </p:txBody>
      </p:sp>
      <p:pic>
        <p:nvPicPr>
          <p:cNvPr id="2" name="Gráfico 1">
            <a:extLst>
              <a:ext uri="{FF2B5EF4-FFF2-40B4-BE49-F238E27FC236}">
                <a16:creationId xmlns:a16="http://schemas.microsoft.com/office/drawing/2014/main" id="{D78B9083-5F45-096D-61D9-BF1EB841E2C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2276910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9</a:t>
            </a:fld>
            <a:endParaRPr lang="pt-BR" noProof="0"/>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29" name="Imagem 28">
            <a:extLst>
              <a:ext uri="{FF2B5EF4-FFF2-40B4-BE49-F238E27FC236}">
                <a16:creationId xmlns:a16="http://schemas.microsoft.com/office/drawing/2014/main" id="{41C92391-DADE-A97F-3686-D6789C36DFEF}"/>
              </a:ext>
            </a:extLst>
          </p:cNvPr>
          <p:cNvPicPr>
            <a:picLocks noChangeAspect="1"/>
          </p:cNvPicPr>
          <p:nvPr/>
        </p:nvPicPr>
        <p:blipFill>
          <a:blip r:embed="rId3"/>
          <a:stretch>
            <a:fillRect/>
          </a:stretch>
        </p:blipFill>
        <p:spPr>
          <a:xfrm>
            <a:off x="8245320" y="2361521"/>
            <a:ext cx="2160000" cy="2160000"/>
          </a:xfrm>
          <a:prstGeom prst="rect">
            <a:avLst/>
          </a:prstGeom>
          <a:effectLst>
            <a:reflection blurRad="6350" stA="52000" endA="300" endPos="35000" dir="5400000" sy="-100000" algn="bl" rotWithShape="0"/>
          </a:effectLst>
        </p:spPr>
      </p:pic>
      <p:grpSp>
        <p:nvGrpSpPr>
          <p:cNvPr id="37" name="Agrupar 36">
            <a:extLst>
              <a:ext uri="{FF2B5EF4-FFF2-40B4-BE49-F238E27FC236}">
                <a16:creationId xmlns:a16="http://schemas.microsoft.com/office/drawing/2014/main" id="{A8863236-5E7F-3423-970A-61F9D39E3591}"/>
              </a:ext>
            </a:extLst>
          </p:cNvPr>
          <p:cNvGrpSpPr/>
          <p:nvPr/>
        </p:nvGrpSpPr>
        <p:grpSpPr>
          <a:xfrm>
            <a:off x="2629213" y="-2293"/>
            <a:ext cx="6913821" cy="620688"/>
            <a:chOff x="2629213" y="0"/>
            <a:chExt cx="6913821" cy="620688"/>
          </a:xfrm>
        </p:grpSpPr>
        <p:pic>
          <p:nvPicPr>
            <p:cNvPr id="38" name="Imagem 37">
              <a:extLst>
                <a:ext uri="{FF2B5EF4-FFF2-40B4-BE49-F238E27FC236}">
                  <a16:creationId xmlns:a16="http://schemas.microsoft.com/office/drawing/2014/main" id="{CFF921BA-6274-3A47-6B30-25050B422C5B}"/>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descr="Desenho com traços pretos em fundo branco e letras pretas em fundo branco&#10;&#10;Descrição gerada automaticamente com confiança média">
              <a:extLst>
                <a:ext uri="{FF2B5EF4-FFF2-40B4-BE49-F238E27FC236}">
                  <a16:creationId xmlns:a16="http://schemas.microsoft.com/office/drawing/2014/main" id="{5025D978-5B05-8175-1734-7A176C51B4B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0" name="Imagem 39">
              <a:extLst>
                <a:ext uri="{FF2B5EF4-FFF2-40B4-BE49-F238E27FC236}">
                  <a16:creationId xmlns:a16="http://schemas.microsoft.com/office/drawing/2014/main" id="{9110C5DA-7CC0-CE03-0FCA-FE0D372A7792}"/>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1" name="Fluxograma: Processo 40">
              <a:extLst>
                <a:ext uri="{FF2B5EF4-FFF2-40B4-BE49-F238E27FC236}">
                  <a16:creationId xmlns:a16="http://schemas.microsoft.com/office/drawing/2014/main" id="{A5B8427D-1FD9-22EA-3198-4521199B5CCE}"/>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Fluxograma: Processo 41">
              <a:extLst>
                <a:ext uri="{FF2B5EF4-FFF2-40B4-BE49-F238E27FC236}">
                  <a16:creationId xmlns:a16="http://schemas.microsoft.com/office/drawing/2014/main" id="{D7EEF734-D7D1-B943-5516-3C77D48D5B64}"/>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Fluxograma: Processo 42">
              <a:extLst>
                <a:ext uri="{FF2B5EF4-FFF2-40B4-BE49-F238E27FC236}">
                  <a16:creationId xmlns:a16="http://schemas.microsoft.com/office/drawing/2014/main" id="{55D428D6-3DC6-B11F-2864-AF4129E5C52E}"/>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4" name="Espaço Reservado para Rodapé 6">
            <a:extLst>
              <a:ext uri="{FF2B5EF4-FFF2-40B4-BE49-F238E27FC236}">
                <a16:creationId xmlns:a16="http://schemas.microsoft.com/office/drawing/2014/main" id="{B570399E-6059-E091-63BF-C6291D1BA698}"/>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837EC7FC-31C1-0BF9-3C58-4DC92A868334}"/>
              </a:ext>
            </a:extLst>
          </p:cNvPr>
          <p:cNvSpPr txBox="1"/>
          <p:nvPr/>
        </p:nvSpPr>
        <p:spPr>
          <a:xfrm>
            <a:off x="8245321" y="5250981"/>
            <a:ext cx="2160000" cy="261610"/>
          </a:xfrm>
          <a:prstGeom prst="rect">
            <a:avLst/>
          </a:prstGeom>
          <a:noFill/>
        </p:spPr>
        <p:txBody>
          <a:bodyPr wrap="square">
            <a:spAutoFit/>
          </a:bodyPr>
          <a:lstStyle/>
          <a:p>
            <a:pPr marL="0" lvl="1" algn="ctr"/>
            <a:r>
              <a:rPr lang="pt-BR" sz="1100" b="1" dirty="0"/>
              <a:t>Fonte: </a:t>
            </a:r>
            <a:r>
              <a:rPr lang="pt-BR" sz="1100" dirty="0"/>
              <a:t>FREEPIK</a:t>
            </a:r>
          </a:p>
        </p:txBody>
      </p:sp>
      <p:sp>
        <p:nvSpPr>
          <p:cNvPr id="11" name="Espaço reservado para conteúdo 13">
            <a:extLst>
              <a:ext uri="{FF2B5EF4-FFF2-40B4-BE49-F238E27FC236}">
                <a16:creationId xmlns:a16="http://schemas.microsoft.com/office/drawing/2014/main" id="{46DE10C7-897C-302C-2CDC-56B50079461F}"/>
              </a:ext>
            </a:extLst>
          </p:cNvPr>
          <p:cNvSpPr txBox="1">
            <a:spLocks/>
          </p:cNvSpPr>
          <p:nvPr/>
        </p:nvSpPr>
        <p:spPr>
          <a:xfrm>
            <a:off x="1053852" y="2237286"/>
            <a:ext cx="6383872" cy="2836798"/>
          </a:xfrm>
          <a:prstGeom prst="rect">
            <a:avLst/>
          </a:prstGeom>
        </p:spPr>
        <p:txBody>
          <a:bodyPr lIns="91440" tIns="45720" rIns="91440" bIns="45720" rtlCol="0" anchor="t">
            <a:normAutofit fontScale="92500" lnSpcReduction="20000"/>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nSpc>
                <a:spcPct val="100000"/>
              </a:lnSpc>
              <a:buNone/>
            </a:pPr>
            <a:r>
              <a:rPr lang="pt-BR" sz="2000" b="1" dirty="0"/>
              <a:t>Objetivos gerais: </a:t>
            </a:r>
          </a:p>
          <a:p>
            <a:pPr algn="just">
              <a:lnSpc>
                <a:spcPct val="110000"/>
              </a:lnSpc>
              <a:buFontTx/>
              <a:buChar char="-"/>
            </a:pPr>
            <a:r>
              <a:rPr lang="pt-BR" sz="1400" dirty="0">
                <a:ea typeface="+mn-lt"/>
                <a:cs typeface="Arial"/>
              </a:rPr>
              <a:t>O objetivo central deste é </a:t>
            </a:r>
            <a:r>
              <a:rPr lang="pt-BR" sz="1400" b="1" dirty="0">
                <a:ea typeface="+mn-lt"/>
                <a:cs typeface="Arial"/>
              </a:rPr>
              <a:t>gerar resultados </a:t>
            </a:r>
            <a:r>
              <a:rPr lang="pt-BR" sz="1400" dirty="0">
                <a:ea typeface="+mn-lt"/>
                <a:cs typeface="Arial"/>
              </a:rPr>
              <a:t>transformadores e de grande alcance.</a:t>
            </a:r>
          </a:p>
          <a:p>
            <a:pPr algn="just">
              <a:lnSpc>
                <a:spcPct val="110000"/>
              </a:lnSpc>
              <a:buFontTx/>
              <a:buChar char="-"/>
            </a:pPr>
            <a:r>
              <a:rPr lang="pt-BR" sz="1400" dirty="0">
                <a:ea typeface="+mn-lt"/>
                <a:cs typeface="Arial"/>
              </a:rPr>
              <a:t>Queremos </a:t>
            </a:r>
            <a:r>
              <a:rPr lang="pt-BR" sz="1400" b="1" dirty="0">
                <a:ea typeface="+mn-lt"/>
                <a:cs typeface="Arial"/>
              </a:rPr>
              <a:t>aumentar</a:t>
            </a:r>
            <a:r>
              <a:rPr lang="pt-BR" sz="1400" dirty="0">
                <a:ea typeface="+mn-lt"/>
                <a:cs typeface="Arial"/>
              </a:rPr>
              <a:t> a presença de </a:t>
            </a:r>
            <a:r>
              <a:rPr lang="pt-BR" sz="1400" b="1" dirty="0">
                <a:ea typeface="+mn-lt"/>
                <a:cs typeface="Arial"/>
              </a:rPr>
              <a:t>estudantes</a:t>
            </a:r>
            <a:r>
              <a:rPr lang="pt-BR" sz="1400" dirty="0">
                <a:ea typeface="+mn-lt"/>
                <a:cs typeface="Arial"/>
              </a:rPr>
              <a:t> de escolas públicas nas </a:t>
            </a:r>
            <a:r>
              <a:rPr lang="pt-BR" sz="1400" b="1" dirty="0">
                <a:ea typeface="+mn-lt"/>
                <a:cs typeface="Arial"/>
              </a:rPr>
              <a:t>universidades</a:t>
            </a:r>
            <a:r>
              <a:rPr lang="pt-BR" sz="1400" dirty="0">
                <a:ea typeface="+mn-lt"/>
                <a:cs typeface="Arial"/>
              </a:rPr>
              <a:t>, assegurando um desenvolvimento aprimorado e elevando a média geral de desempenho das escolas publicas.</a:t>
            </a:r>
          </a:p>
          <a:p>
            <a:pPr algn="just">
              <a:lnSpc>
                <a:spcPct val="110000"/>
              </a:lnSpc>
              <a:buFontTx/>
              <a:buChar char="-"/>
            </a:pPr>
            <a:r>
              <a:rPr lang="pt-BR" sz="1400" dirty="0">
                <a:ea typeface="+mn-lt"/>
                <a:cs typeface="Arial"/>
              </a:rPr>
              <a:t>Nosso propósito é </a:t>
            </a:r>
            <a:r>
              <a:rPr lang="pt-BR" sz="1400" b="1" dirty="0">
                <a:ea typeface="+mn-lt"/>
                <a:cs typeface="Arial"/>
              </a:rPr>
              <a:t>capacitar</a:t>
            </a:r>
            <a:r>
              <a:rPr lang="pt-BR" sz="1400" dirty="0">
                <a:ea typeface="+mn-lt"/>
                <a:cs typeface="Arial"/>
              </a:rPr>
              <a:t> esses estudantes a produzir redações com </a:t>
            </a:r>
            <a:r>
              <a:rPr lang="pt-BR" sz="1400" b="1" dirty="0">
                <a:ea typeface="+mn-lt"/>
                <a:cs typeface="Arial"/>
              </a:rPr>
              <a:t>coerência</a:t>
            </a:r>
            <a:r>
              <a:rPr lang="pt-BR" sz="1400" dirty="0">
                <a:ea typeface="+mn-lt"/>
                <a:cs typeface="Arial"/>
              </a:rPr>
              <a:t>, </a:t>
            </a:r>
            <a:r>
              <a:rPr lang="pt-BR" sz="1400" b="1" dirty="0">
                <a:ea typeface="+mn-lt"/>
                <a:cs typeface="Arial"/>
              </a:rPr>
              <a:t>coesão</a:t>
            </a:r>
            <a:r>
              <a:rPr lang="pt-BR" sz="1400" dirty="0">
                <a:ea typeface="+mn-lt"/>
                <a:cs typeface="Arial"/>
              </a:rPr>
              <a:t> e </a:t>
            </a:r>
            <a:r>
              <a:rPr lang="pt-BR" sz="1400" b="1" dirty="0">
                <a:ea typeface="+mn-lt"/>
                <a:cs typeface="Arial"/>
              </a:rPr>
              <a:t>qualidade</a:t>
            </a:r>
          </a:p>
          <a:p>
            <a:pPr algn="just">
              <a:lnSpc>
                <a:spcPct val="110000"/>
              </a:lnSpc>
              <a:buFontTx/>
              <a:buChar char="-"/>
            </a:pPr>
            <a:r>
              <a:rPr lang="pt-BR" sz="1400" dirty="0">
                <a:ea typeface="+mn-lt"/>
                <a:cs typeface="Arial"/>
              </a:rPr>
              <a:t>Além de </a:t>
            </a:r>
            <a:r>
              <a:rPr lang="pt-BR" sz="1400" b="1" dirty="0">
                <a:ea typeface="+mn-lt"/>
                <a:cs typeface="Arial"/>
              </a:rPr>
              <a:t>consolidar</a:t>
            </a:r>
            <a:r>
              <a:rPr lang="pt-BR" sz="1400" dirty="0">
                <a:ea typeface="+mn-lt"/>
                <a:cs typeface="Arial"/>
              </a:rPr>
              <a:t> nosso sistema como </a:t>
            </a:r>
            <a:r>
              <a:rPr lang="pt-BR" sz="1400" b="1" dirty="0">
                <a:ea typeface="+mn-lt"/>
                <a:cs typeface="Arial"/>
              </a:rPr>
              <a:t>referência</a:t>
            </a:r>
            <a:r>
              <a:rPr lang="pt-BR" sz="1400" dirty="0">
                <a:ea typeface="+mn-lt"/>
                <a:cs typeface="Arial"/>
              </a:rPr>
              <a:t>, com ampla </a:t>
            </a:r>
            <a:r>
              <a:rPr lang="pt-BR" sz="1400" b="1" dirty="0">
                <a:ea typeface="+mn-lt"/>
                <a:cs typeface="Arial"/>
              </a:rPr>
              <a:t>divulgação</a:t>
            </a:r>
            <a:r>
              <a:rPr lang="pt-BR" sz="1400" dirty="0">
                <a:ea typeface="+mn-lt"/>
                <a:cs typeface="Arial"/>
              </a:rPr>
              <a:t> em múltiplos meios e locais, </a:t>
            </a:r>
            <a:r>
              <a:rPr lang="pt-BR" sz="1400" b="1" dirty="0">
                <a:ea typeface="+mn-lt"/>
                <a:cs typeface="Arial"/>
              </a:rPr>
              <a:t>potencializando</a:t>
            </a:r>
            <a:r>
              <a:rPr lang="pt-BR" sz="1400" dirty="0">
                <a:ea typeface="+mn-lt"/>
                <a:cs typeface="Arial"/>
              </a:rPr>
              <a:t> seu efeito </a:t>
            </a:r>
            <a:r>
              <a:rPr lang="pt-BR" sz="1400" b="1" dirty="0">
                <a:ea typeface="+mn-lt"/>
                <a:cs typeface="Arial"/>
              </a:rPr>
              <a:t>positivo</a:t>
            </a:r>
            <a:r>
              <a:rPr lang="pt-BR" sz="1400" dirty="0">
                <a:ea typeface="+mn-lt"/>
                <a:cs typeface="Arial"/>
              </a:rPr>
              <a:t> na </a:t>
            </a:r>
            <a:r>
              <a:rPr lang="pt-BR" sz="1400" b="1" dirty="0">
                <a:ea typeface="+mn-lt"/>
                <a:cs typeface="Arial"/>
              </a:rPr>
              <a:t>educação</a:t>
            </a:r>
            <a:r>
              <a:rPr lang="pt-BR" sz="1400" dirty="0">
                <a:ea typeface="+mn-lt"/>
                <a:cs typeface="Arial"/>
              </a:rPr>
              <a:t>.</a:t>
            </a:r>
            <a:endParaRPr lang="pt-BR" sz="1400" dirty="0">
              <a:cs typeface="Arial"/>
            </a:endParaRPr>
          </a:p>
          <a:p>
            <a:pPr marL="0" indent="0" algn="just">
              <a:buNone/>
            </a:pPr>
            <a:endParaRPr lang="pt-BR" sz="1900" dirty="0">
              <a:latin typeface="Arial" panose="020B0604020202020204" pitchFamily="34" charset="0"/>
              <a:cs typeface="Arial" panose="020B0604020202020204" pitchFamily="34" charset="0"/>
            </a:endParaRPr>
          </a:p>
        </p:txBody>
      </p:sp>
      <p:pic>
        <p:nvPicPr>
          <p:cNvPr id="2" name="Gráfico 1">
            <a:extLst>
              <a:ext uri="{FF2B5EF4-FFF2-40B4-BE49-F238E27FC236}">
                <a16:creationId xmlns:a16="http://schemas.microsoft.com/office/drawing/2014/main" id="{089813A4-7FFF-58CF-C79B-FA87DFFB420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48551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1BF9D-4B10-5779-C317-9386F66296A4}"/>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046E8568-8AE6-0B3A-937D-BB9974CA29B9}"/>
              </a:ext>
            </a:extLst>
          </p:cNvPr>
          <p:cNvSpPr>
            <a:spLocks noGrp="1"/>
          </p:cNvSpPr>
          <p:nvPr>
            <p:ph type="sldNum" sz="quarter" idx="12"/>
          </p:nvPr>
        </p:nvSpPr>
        <p:spPr/>
        <p:txBody>
          <a:bodyPr/>
          <a:lstStyle/>
          <a:p>
            <a:pPr rtl="0"/>
            <a:fld id="{7DC1BBB0-96F0-4077-A278-0F3FB5C104D3}" type="slidenum">
              <a:rPr lang="pt-BR" noProof="0" smtClean="0"/>
              <a:pPr rtl="0"/>
              <a:t>10</a:t>
            </a:fld>
            <a:endParaRPr lang="pt-BR" noProof="0"/>
          </a:p>
        </p:txBody>
      </p:sp>
      <p:sp>
        <p:nvSpPr>
          <p:cNvPr id="12" name="Título 1">
            <a:extLst>
              <a:ext uri="{FF2B5EF4-FFF2-40B4-BE49-F238E27FC236}">
                <a16:creationId xmlns:a16="http://schemas.microsoft.com/office/drawing/2014/main" id="{7EE56E66-2610-8BE0-E762-3E95C476C886}"/>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2E44F5DF-CC1B-38FF-7FD3-7EE127540A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38" name="Imagem 37">
            <a:extLst>
              <a:ext uri="{FF2B5EF4-FFF2-40B4-BE49-F238E27FC236}">
                <a16:creationId xmlns:a16="http://schemas.microsoft.com/office/drawing/2014/main" id="{CB01AC49-8EB1-E49E-A957-BD6274B332F5}"/>
              </a:ext>
            </a:extLst>
          </p:cNvPr>
          <p:cNvPicPr>
            <a:picLocks noChangeAspect="1"/>
          </p:cNvPicPr>
          <p:nvPr/>
        </p:nvPicPr>
        <p:blipFill>
          <a:blip r:embed="rId3"/>
          <a:stretch>
            <a:fillRect/>
          </a:stretch>
        </p:blipFill>
        <p:spPr>
          <a:xfrm>
            <a:off x="8259834" y="2494141"/>
            <a:ext cx="2160000" cy="2160000"/>
          </a:xfrm>
          <a:prstGeom prst="rect">
            <a:avLst/>
          </a:prstGeom>
          <a:effectLst>
            <a:reflection blurRad="6350" stA="52000" endA="300" endPos="35000" dir="5400000" sy="-100000" algn="bl" rotWithShape="0"/>
          </a:effectLst>
        </p:spPr>
      </p:pic>
      <p:grpSp>
        <p:nvGrpSpPr>
          <p:cNvPr id="46" name="Agrupar 45">
            <a:extLst>
              <a:ext uri="{FF2B5EF4-FFF2-40B4-BE49-F238E27FC236}">
                <a16:creationId xmlns:a16="http://schemas.microsoft.com/office/drawing/2014/main" id="{59848472-758C-5C9C-0436-8C256013519B}"/>
              </a:ext>
            </a:extLst>
          </p:cNvPr>
          <p:cNvGrpSpPr/>
          <p:nvPr/>
        </p:nvGrpSpPr>
        <p:grpSpPr>
          <a:xfrm>
            <a:off x="2629213" y="-2293"/>
            <a:ext cx="6913821" cy="620688"/>
            <a:chOff x="2629213" y="0"/>
            <a:chExt cx="6913821" cy="620688"/>
          </a:xfrm>
        </p:grpSpPr>
        <p:pic>
          <p:nvPicPr>
            <p:cNvPr id="47" name="Imagem 46">
              <a:extLst>
                <a:ext uri="{FF2B5EF4-FFF2-40B4-BE49-F238E27FC236}">
                  <a16:creationId xmlns:a16="http://schemas.microsoft.com/office/drawing/2014/main" id="{A228D401-AD2C-8B06-E1C9-A3481F8AFFB9}"/>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8" name="Imagem 47" descr="Desenho com traços pretos em fundo branco e letras pretas em fundo branco&#10;&#10;Descrição gerada automaticamente com confiança média">
              <a:extLst>
                <a:ext uri="{FF2B5EF4-FFF2-40B4-BE49-F238E27FC236}">
                  <a16:creationId xmlns:a16="http://schemas.microsoft.com/office/drawing/2014/main" id="{C4E47106-7B5E-25D7-1426-9FCCD40A32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9" name="Imagem 48">
              <a:extLst>
                <a:ext uri="{FF2B5EF4-FFF2-40B4-BE49-F238E27FC236}">
                  <a16:creationId xmlns:a16="http://schemas.microsoft.com/office/drawing/2014/main" id="{D1CEFBBA-9EC9-DF75-0C1F-20806D83C32B}"/>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50" name="Fluxograma: Processo 49">
              <a:extLst>
                <a:ext uri="{FF2B5EF4-FFF2-40B4-BE49-F238E27FC236}">
                  <a16:creationId xmlns:a16="http://schemas.microsoft.com/office/drawing/2014/main" id="{F87F0657-5290-9E0B-FE31-1E35E61EC41F}"/>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1" name="Fluxograma: Processo 50">
              <a:extLst>
                <a:ext uri="{FF2B5EF4-FFF2-40B4-BE49-F238E27FC236}">
                  <a16:creationId xmlns:a16="http://schemas.microsoft.com/office/drawing/2014/main" id="{D25A2234-2EBC-0F53-9BE7-07CD683CD272}"/>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2" name="Fluxograma: Processo 51">
              <a:extLst>
                <a:ext uri="{FF2B5EF4-FFF2-40B4-BE49-F238E27FC236}">
                  <a16:creationId xmlns:a16="http://schemas.microsoft.com/office/drawing/2014/main" id="{A046F633-09B6-5FBB-71FE-8C879056FB6C}"/>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53" name="Espaço Reservado para Rodapé 6">
            <a:extLst>
              <a:ext uri="{FF2B5EF4-FFF2-40B4-BE49-F238E27FC236}">
                <a16:creationId xmlns:a16="http://schemas.microsoft.com/office/drawing/2014/main" id="{5C73D6AA-28CE-3839-1E5B-DC139D64273F}"/>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E3BE05E7-5D2A-805A-32A4-6EBD927525B5}"/>
              </a:ext>
            </a:extLst>
          </p:cNvPr>
          <p:cNvSpPr txBox="1"/>
          <p:nvPr/>
        </p:nvSpPr>
        <p:spPr>
          <a:xfrm>
            <a:off x="8420100" y="5374441"/>
            <a:ext cx="1847850" cy="261610"/>
          </a:xfrm>
          <a:prstGeom prst="rect">
            <a:avLst/>
          </a:prstGeom>
          <a:noFill/>
        </p:spPr>
        <p:txBody>
          <a:bodyPr wrap="square">
            <a:spAutoFit/>
          </a:bodyPr>
          <a:lstStyle/>
          <a:p>
            <a:pPr marL="0" lvl="1" algn="ctr"/>
            <a:r>
              <a:rPr lang="pt-BR" sz="1100" b="1" dirty="0"/>
              <a:t>Fonte: </a:t>
            </a:r>
            <a:r>
              <a:rPr lang="pt-BR" sz="1100" dirty="0"/>
              <a:t>FREEPIK</a:t>
            </a:r>
          </a:p>
        </p:txBody>
      </p:sp>
      <p:sp>
        <p:nvSpPr>
          <p:cNvPr id="4" name="Espaço reservado para conteúdo 13">
            <a:extLst>
              <a:ext uri="{FF2B5EF4-FFF2-40B4-BE49-F238E27FC236}">
                <a16:creationId xmlns:a16="http://schemas.microsoft.com/office/drawing/2014/main" id="{EEDE31AC-82F3-599D-D177-714A471D58BF}"/>
              </a:ext>
            </a:extLst>
          </p:cNvPr>
          <p:cNvSpPr txBox="1">
            <a:spLocks/>
          </p:cNvSpPr>
          <p:nvPr/>
        </p:nvSpPr>
        <p:spPr>
          <a:xfrm>
            <a:off x="1055893" y="2237286"/>
            <a:ext cx="6076427" cy="4239568"/>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nSpc>
                <a:spcPct val="100000"/>
              </a:lnSpc>
              <a:buNone/>
            </a:pPr>
            <a:r>
              <a:rPr lang="pt-BR" sz="2000" b="1" dirty="0"/>
              <a:t>Objetivos Específicos: </a:t>
            </a:r>
          </a:p>
          <a:p>
            <a:pPr algn="just">
              <a:lnSpc>
                <a:spcPct val="110000"/>
              </a:lnSpc>
              <a:buFontTx/>
              <a:buChar char="-"/>
            </a:pPr>
            <a:r>
              <a:rPr lang="pt-BR" sz="1400" b="1" dirty="0">
                <a:ea typeface="+mn-lt"/>
                <a:cs typeface="+mn-lt"/>
              </a:rPr>
              <a:t>Caracterizar o público-alvo - Estudantes</a:t>
            </a:r>
            <a:r>
              <a:rPr lang="pt-BR" sz="1400" dirty="0">
                <a:ea typeface="+mn-lt"/>
                <a:cs typeface="+mn-lt"/>
              </a:rPr>
              <a:t> do </a:t>
            </a:r>
            <a:r>
              <a:rPr lang="pt-BR" sz="1400" b="1" dirty="0">
                <a:ea typeface="+mn-lt"/>
                <a:cs typeface="+mn-lt"/>
              </a:rPr>
              <a:t>ensino médio </a:t>
            </a:r>
            <a:r>
              <a:rPr lang="pt-BR" sz="1400" dirty="0">
                <a:ea typeface="+mn-lt"/>
                <a:cs typeface="+mn-lt"/>
              </a:rPr>
              <a:t>da rede </a:t>
            </a:r>
            <a:r>
              <a:rPr lang="pt-BR" sz="1400" b="1" dirty="0">
                <a:ea typeface="+mn-lt"/>
                <a:cs typeface="+mn-lt"/>
              </a:rPr>
              <a:t>pública</a:t>
            </a:r>
            <a:r>
              <a:rPr lang="pt-BR" sz="1400" dirty="0">
                <a:ea typeface="+mn-lt"/>
                <a:cs typeface="+mn-lt"/>
              </a:rPr>
              <a:t>, especialmente de </a:t>
            </a:r>
            <a:r>
              <a:rPr lang="pt-BR" sz="1400" b="1" dirty="0">
                <a:ea typeface="+mn-lt"/>
                <a:cs typeface="+mn-lt"/>
              </a:rPr>
              <a:t>baixa renda</a:t>
            </a:r>
            <a:r>
              <a:rPr lang="pt-BR" sz="1400" dirty="0">
                <a:ea typeface="+mn-lt"/>
                <a:cs typeface="+mn-lt"/>
              </a:rPr>
              <a:t>, e possíveis professores orientadores.</a:t>
            </a:r>
            <a:endParaRPr lang="pt-BR" sz="1400" dirty="0">
              <a:cs typeface="Arial"/>
            </a:endParaRPr>
          </a:p>
          <a:p>
            <a:pPr algn="just">
              <a:lnSpc>
                <a:spcPct val="110000"/>
              </a:lnSpc>
              <a:buFontTx/>
              <a:buChar char="-"/>
            </a:pPr>
            <a:r>
              <a:rPr lang="pt-BR" sz="1400" b="1" dirty="0">
                <a:ea typeface="+mn-lt"/>
                <a:cs typeface="+mn-lt"/>
              </a:rPr>
              <a:t>Documentar o desenvolvimento -</a:t>
            </a:r>
            <a:r>
              <a:rPr lang="pt-BR" sz="1400" dirty="0">
                <a:ea typeface="+mn-lt"/>
                <a:cs typeface="+mn-lt"/>
              </a:rPr>
              <a:t> </a:t>
            </a:r>
            <a:r>
              <a:rPr lang="pt-BR" sz="1400" b="1" dirty="0">
                <a:ea typeface="+mn-lt"/>
                <a:cs typeface="+mn-lt"/>
              </a:rPr>
              <a:t>Incluindo</a:t>
            </a:r>
            <a:r>
              <a:rPr lang="pt-BR" sz="1400" dirty="0">
                <a:ea typeface="+mn-lt"/>
                <a:cs typeface="+mn-lt"/>
              </a:rPr>
              <a:t> </a:t>
            </a:r>
            <a:r>
              <a:rPr lang="pt-BR" sz="1400" b="1" dirty="0">
                <a:ea typeface="+mn-lt"/>
                <a:cs typeface="+mn-lt"/>
              </a:rPr>
              <a:t>aspectos</a:t>
            </a:r>
            <a:r>
              <a:rPr lang="pt-BR" sz="1400" dirty="0">
                <a:ea typeface="+mn-lt"/>
                <a:cs typeface="+mn-lt"/>
              </a:rPr>
              <a:t> técnicos, metodológicos, arquitetura do sistema, tecnologias, requisitos, diagramas e prototipagem.</a:t>
            </a:r>
            <a:endParaRPr lang="pt-BR" sz="1400" dirty="0">
              <a:cs typeface="Arial"/>
            </a:endParaRPr>
          </a:p>
          <a:p>
            <a:pPr algn="just">
              <a:lnSpc>
                <a:spcPct val="110000"/>
              </a:lnSpc>
              <a:buFontTx/>
              <a:buChar char="-"/>
            </a:pPr>
            <a:r>
              <a:rPr lang="pt-BR" sz="1400" b="1" dirty="0">
                <a:ea typeface="+mn-lt"/>
                <a:cs typeface="+mn-lt"/>
              </a:rPr>
              <a:t>Implementar funcionalidades da aplicação web e mobile -</a:t>
            </a:r>
            <a:r>
              <a:rPr lang="pt-BR" sz="1400" dirty="0">
                <a:ea typeface="+mn-lt"/>
                <a:cs typeface="+mn-lt"/>
              </a:rPr>
              <a:t> Cadastro de usuários, área de escrita, sugestões estruturais, exemplos de redações e feedback automático.</a:t>
            </a:r>
            <a:endParaRPr lang="pt-BR" sz="1400" dirty="0">
              <a:cs typeface="Arial"/>
            </a:endParaRPr>
          </a:p>
          <a:p>
            <a:pPr algn="just">
              <a:lnSpc>
                <a:spcPct val="110000"/>
              </a:lnSpc>
              <a:buFontTx/>
              <a:buChar char="-"/>
            </a:pPr>
            <a:r>
              <a:rPr lang="pt-BR" sz="1400" b="1" dirty="0">
                <a:ea typeface="+mn-lt"/>
                <a:cs typeface="+mn-lt"/>
              </a:rPr>
              <a:t>Implementar um banco de dados relacional - D</a:t>
            </a:r>
            <a:r>
              <a:rPr lang="pt-BR" sz="1400" dirty="0">
                <a:ea typeface="+mn-lt"/>
                <a:cs typeface="+mn-lt"/>
              </a:rPr>
              <a:t>ados dos usuários e armazenar textos dos estudantes.</a:t>
            </a:r>
            <a:endParaRPr lang="pt-BR" sz="1800" dirty="0">
              <a:latin typeface="Arial"/>
              <a:cs typeface="Arial"/>
            </a:endParaRPr>
          </a:p>
          <a:p>
            <a:pPr marL="0" indent="0" algn="just">
              <a:buNone/>
            </a:pPr>
            <a:endParaRPr lang="pt-BR" sz="1900" dirty="0">
              <a:latin typeface="Arial" panose="020B0604020202020204" pitchFamily="34" charset="0"/>
              <a:cs typeface="Arial" panose="020B0604020202020204" pitchFamily="34" charset="0"/>
            </a:endParaRPr>
          </a:p>
        </p:txBody>
      </p:sp>
      <p:pic>
        <p:nvPicPr>
          <p:cNvPr id="2" name="Gráfico 1">
            <a:extLst>
              <a:ext uri="{FF2B5EF4-FFF2-40B4-BE49-F238E27FC236}">
                <a16:creationId xmlns:a16="http://schemas.microsoft.com/office/drawing/2014/main" id="{CE4BB85A-9505-90F8-FC0C-A7A39D3C025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66489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3C7EC-4A66-D0F2-7643-846374BCCF0A}"/>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3D223EDE-FDE7-11AF-5F92-49F4D1D46A9C}"/>
              </a:ext>
            </a:extLst>
          </p:cNvPr>
          <p:cNvSpPr>
            <a:spLocks noGrp="1"/>
          </p:cNvSpPr>
          <p:nvPr>
            <p:ph type="sldNum" sz="quarter" idx="12"/>
          </p:nvPr>
        </p:nvSpPr>
        <p:spPr/>
        <p:txBody>
          <a:bodyPr/>
          <a:lstStyle/>
          <a:p>
            <a:pPr rtl="0"/>
            <a:fld id="{7DC1BBB0-96F0-4077-A278-0F3FB5C104D3}" type="slidenum">
              <a:rPr lang="pt-BR" noProof="0" smtClean="0"/>
              <a:pPr rtl="0"/>
              <a:t>11</a:t>
            </a:fld>
            <a:endParaRPr lang="pt-BR" noProof="0"/>
          </a:p>
        </p:txBody>
      </p:sp>
      <p:sp>
        <p:nvSpPr>
          <p:cNvPr id="12" name="Título 1">
            <a:extLst>
              <a:ext uri="{FF2B5EF4-FFF2-40B4-BE49-F238E27FC236}">
                <a16:creationId xmlns:a16="http://schemas.microsoft.com/office/drawing/2014/main" id="{2B899E72-3CA1-B71D-9F2B-9539D5716514}"/>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3DCB5C8B-6AA0-4E70-DA5E-B5B1483C761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28" name="Imagem 27">
            <a:extLst>
              <a:ext uri="{FF2B5EF4-FFF2-40B4-BE49-F238E27FC236}">
                <a16:creationId xmlns:a16="http://schemas.microsoft.com/office/drawing/2014/main" id="{60011A32-0B7F-B031-6547-D2D3C478C263}"/>
              </a:ext>
            </a:extLst>
          </p:cNvPr>
          <p:cNvPicPr>
            <a:picLocks noChangeAspect="1"/>
          </p:cNvPicPr>
          <p:nvPr/>
        </p:nvPicPr>
        <p:blipFill>
          <a:blip r:embed="rId3"/>
          <a:stretch>
            <a:fillRect/>
          </a:stretch>
        </p:blipFill>
        <p:spPr>
          <a:xfrm>
            <a:off x="8396057" y="2412651"/>
            <a:ext cx="2293954" cy="2293954"/>
          </a:xfrm>
          <a:prstGeom prst="rect">
            <a:avLst/>
          </a:prstGeom>
          <a:effectLst>
            <a:reflection blurRad="6350" stA="52000" endA="300" endPos="35000" dir="5400000" sy="-100000" algn="bl" rotWithShape="0"/>
          </a:effectLst>
        </p:spPr>
      </p:pic>
      <p:grpSp>
        <p:nvGrpSpPr>
          <p:cNvPr id="36" name="Agrupar 35">
            <a:extLst>
              <a:ext uri="{FF2B5EF4-FFF2-40B4-BE49-F238E27FC236}">
                <a16:creationId xmlns:a16="http://schemas.microsoft.com/office/drawing/2014/main" id="{C387E681-582C-4E47-9AD0-E0A4C100585B}"/>
              </a:ext>
            </a:extLst>
          </p:cNvPr>
          <p:cNvGrpSpPr/>
          <p:nvPr/>
        </p:nvGrpSpPr>
        <p:grpSpPr>
          <a:xfrm>
            <a:off x="2629213" y="-2293"/>
            <a:ext cx="6913821" cy="620688"/>
            <a:chOff x="2629213" y="0"/>
            <a:chExt cx="6913821" cy="620688"/>
          </a:xfrm>
        </p:grpSpPr>
        <p:pic>
          <p:nvPicPr>
            <p:cNvPr id="37" name="Imagem 36">
              <a:extLst>
                <a:ext uri="{FF2B5EF4-FFF2-40B4-BE49-F238E27FC236}">
                  <a16:creationId xmlns:a16="http://schemas.microsoft.com/office/drawing/2014/main" id="{543A586E-8910-6B99-4E66-F0FED3BC0D3B}"/>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descr="Desenho com traços pretos em fundo branco e letras pretas em fundo branco&#10;&#10;Descrição gerada automaticamente com confiança média">
              <a:extLst>
                <a:ext uri="{FF2B5EF4-FFF2-40B4-BE49-F238E27FC236}">
                  <a16:creationId xmlns:a16="http://schemas.microsoft.com/office/drawing/2014/main" id="{7EDC460D-4195-E31E-2931-B4EF838BE9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a:extLst>
                <a:ext uri="{FF2B5EF4-FFF2-40B4-BE49-F238E27FC236}">
                  <a16:creationId xmlns:a16="http://schemas.microsoft.com/office/drawing/2014/main" id="{ED52A371-10E0-1FB7-E893-53369C63D65B}"/>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0" name="Fluxograma: Processo 39">
              <a:extLst>
                <a:ext uri="{FF2B5EF4-FFF2-40B4-BE49-F238E27FC236}">
                  <a16:creationId xmlns:a16="http://schemas.microsoft.com/office/drawing/2014/main" id="{6278C510-7CB1-4EE9-E490-52CA127EE46F}"/>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Fluxograma: Processo 40">
              <a:extLst>
                <a:ext uri="{FF2B5EF4-FFF2-40B4-BE49-F238E27FC236}">
                  <a16:creationId xmlns:a16="http://schemas.microsoft.com/office/drawing/2014/main" id="{D4297386-6F2C-189A-A019-E4AFB9094D8A}"/>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Fluxograma: Processo 41">
              <a:extLst>
                <a:ext uri="{FF2B5EF4-FFF2-40B4-BE49-F238E27FC236}">
                  <a16:creationId xmlns:a16="http://schemas.microsoft.com/office/drawing/2014/main" id="{754ECC10-4A25-FC5C-A327-64BF327723FD}"/>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3" name="Espaço Reservado para Rodapé 6">
            <a:extLst>
              <a:ext uri="{FF2B5EF4-FFF2-40B4-BE49-F238E27FC236}">
                <a16:creationId xmlns:a16="http://schemas.microsoft.com/office/drawing/2014/main" id="{0E498FF0-C378-01E5-3330-6760B96BD45E}"/>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E5529D10-293B-7488-19B7-708885F698E7}"/>
              </a:ext>
            </a:extLst>
          </p:cNvPr>
          <p:cNvSpPr txBox="1"/>
          <p:nvPr/>
        </p:nvSpPr>
        <p:spPr>
          <a:xfrm>
            <a:off x="8396057" y="5455980"/>
            <a:ext cx="2195743" cy="261610"/>
          </a:xfrm>
          <a:prstGeom prst="rect">
            <a:avLst/>
          </a:prstGeom>
          <a:noFill/>
        </p:spPr>
        <p:txBody>
          <a:bodyPr wrap="square">
            <a:spAutoFit/>
          </a:bodyPr>
          <a:lstStyle/>
          <a:p>
            <a:pPr marL="0" lvl="1" algn="ctr"/>
            <a:r>
              <a:rPr lang="pt-BR" sz="1100" b="1" dirty="0"/>
              <a:t>Fonte: </a:t>
            </a:r>
            <a:r>
              <a:rPr lang="pt-BR" sz="1100" dirty="0"/>
              <a:t>FREEPIK</a:t>
            </a:r>
          </a:p>
        </p:txBody>
      </p:sp>
      <p:sp>
        <p:nvSpPr>
          <p:cNvPr id="2" name="Espaço reservado para conteúdo 13">
            <a:extLst>
              <a:ext uri="{FF2B5EF4-FFF2-40B4-BE49-F238E27FC236}">
                <a16:creationId xmlns:a16="http://schemas.microsoft.com/office/drawing/2014/main" id="{2A77B83B-3DB7-7245-39DA-D78AD9A85359}"/>
              </a:ext>
            </a:extLst>
          </p:cNvPr>
          <p:cNvSpPr txBox="1">
            <a:spLocks/>
          </p:cNvSpPr>
          <p:nvPr/>
        </p:nvSpPr>
        <p:spPr>
          <a:xfrm>
            <a:off x="1053852" y="2237286"/>
            <a:ext cx="6395013" cy="4239568"/>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nSpc>
                <a:spcPct val="100000"/>
              </a:lnSpc>
              <a:buNone/>
            </a:pPr>
            <a:r>
              <a:rPr lang="pt-BR" sz="2000" b="1" dirty="0"/>
              <a:t>Objetivos Específicos: </a:t>
            </a:r>
          </a:p>
          <a:p>
            <a:pPr algn="just">
              <a:lnSpc>
                <a:spcPct val="100000"/>
              </a:lnSpc>
              <a:buFontTx/>
              <a:buChar char="-"/>
            </a:pPr>
            <a:r>
              <a:rPr lang="pt-BR" sz="1400" b="1" dirty="0">
                <a:ea typeface="+mn-lt"/>
                <a:cs typeface="+mn-lt"/>
              </a:rPr>
              <a:t>Desenvolver um sistema de correção - </a:t>
            </a:r>
            <a:r>
              <a:rPr lang="pt-BR" sz="1400" dirty="0">
                <a:ea typeface="+mn-lt"/>
                <a:cs typeface="+mn-lt"/>
              </a:rPr>
              <a:t>que ofereça orientações sobre coesão, coerência, argumentação, gramática e estrutura dissertativo-argumentativa, seguindo critérios do Enem.</a:t>
            </a:r>
            <a:endParaRPr lang="pt-BR" sz="1400" dirty="0">
              <a:cs typeface="Arial"/>
            </a:endParaRPr>
          </a:p>
          <a:p>
            <a:pPr algn="just">
              <a:lnSpc>
                <a:spcPct val="100000"/>
              </a:lnSpc>
              <a:buFontTx/>
              <a:buChar char="-"/>
            </a:pPr>
            <a:r>
              <a:rPr lang="pt-BR" sz="1400" b="1" dirty="0">
                <a:ea typeface="+mn-lt"/>
                <a:cs typeface="+mn-lt"/>
              </a:rPr>
              <a:t>Integrar recursos pedagógicos complementares</a:t>
            </a:r>
            <a:r>
              <a:rPr lang="pt-BR" sz="1400" dirty="0">
                <a:ea typeface="+mn-lt"/>
                <a:cs typeface="+mn-lt"/>
              </a:rPr>
              <a:t>, como exemplos de redações bem avaliadas, modelos argumentativos, materiais teóricos e atividades práticas.</a:t>
            </a:r>
            <a:endParaRPr lang="pt-BR" sz="1400" dirty="0">
              <a:cs typeface="Arial"/>
            </a:endParaRPr>
          </a:p>
          <a:p>
            <a:pPr algn="just">
              <a:lnSpc>
                <a:spcPct val="100000"/>
              </a:lnSpc>
              <a:buFontTx/>
              <a:buChar char="-"/>
            </a:pPr>
            <a:r>
              <a:rPr lang="pt-BR" sz="1400" b="1" dirty="0">
                <a:ea typeface="+mn-lt"/>
                <a:cs typeface="Arial"/>
              </a:rPr>
              <a:t>Projetar uma interface acessível, intuitiva e responsiva, </a:t>
            </a:r>
            <a:r>
              <a:rPr lang="pt-BR" sz="1400" dirty="0">
                <a:ea typeface="+mn-lt"/>
                <a:cs typeface="Arial"/>
              </a:rPr>
              <a:t>considerando usabilidade, acessibilidade digital e compatibilidade com dispositivos de baixo custo.</a:t>
            </a:r>
            <a:endParaRPr lang="pt-BR" sz="1400" dirty="0">
              <a:cs typeface="Arial"/>
            </a:endParaRPr>
          </a:p>
          <a:p>
            <a:pPr marL="0" indent="0">
              <a:buNone/>
            </a:pPr>
            <a:endParaRPr lang="pt-BR" sz="2200" b="1" dirty="0">
              <a:latin typeface="Arial"/>
              <a:cs typeface="Arial"/>
            </a:endParaRPr>
          </a:p>
          <a:p>
            <a:pPr marL="0" indent="0" algn="just">
              <a:lnSpc>
                <a:spcPct val="100000"/>
              </a:lnSpc>
              <a:buNone/>
            </a:pPr>
            <a:endParaRPr lang="pt-BR" sz="1800" dirty="0">
              <a:latin typeface="Arial"/>
              <a:cs typeface="Arial"/>
            </a:endParaRPr>
          </a:p>
          <a:p>
            <a:pPr marL="0" indent="0" algn="just">
              <a:buNone/>
            </a:pPr>
            <a:endParaRPr lang="pt-BR" sz="1900" dirty="0">
              <a:latin typeface="Arial" panose="020B0604020202020204" pitchFamily="34" charset="0"/>
              <a:cs typeface="Arial" panose="020B0604020202020204" pitchFamily="34" charset="0"/>
            </a:endParaRPr>
          </a:p>
        </p:txBody>
      </p:sp>
      <p:pic>
        <p:nvPicPr>
          <p:cNvPr id="4" name="Gráfico 3">
            <a:extLst>
              <a:ext uri="{FF2B5EF4-FFF2-40B4-BE49-F238E27FC236}">
                <a16:creationId xmlns:a16="http://schemas.microsoft.com/office/drawing/2014/main" id="{C89DF8B4-355E-F016-4FE5-D7BDDE55AD5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1001927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12</a:t>
            </a:fld>
            <a:endParaRPr lang="pt-BR" noProof="0"/>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29" name="Imagem 28">
            <a:extLst>
              <a:ext uri="{FF2B5EF4-FFF2-40B4-BE49-F238E27FC236}">
                <a16:creationId xmlns:a16="http://schemas.microsoft.com/office/drawing/2014/main" id="{49C00393-E580-C21D-39D0-D72E424C6A48}"/>
              </a:ext>
            </a:extLst>
          </p:cNvPr>
          <p:cNvPicPr>
            <a:picLocks noChangeAspect="1"/>
          </p:cNvPicPr>
          <p:nvPr/>
        </p:nvPicPr>
        <p:blipFill>
          <a:blip r:embed="rId3"/>
          <a:stretch>
            <a:fillRect/>
          </a:stretch>
        </p:blipFill>
        <p:spPr>
          <a:xfrm>
            <a:off x="8102677" y="2566519"/>
            <a:ext cx="2012349" cy="2012349"/>
          </a:xfrm>
          <a:prstGeom prst="rect">
            <a:avLst/>
          </a:prstGeom>
          <a:effectLst>
            <a:reflection stA="52000" endPos="35000" dist="88900" dir="5400000" sy="-100000" algn="bl" rotWithShape="0"/>
          </a:effectLst>
        </p:spPr>
      </p:pic>
      <p:grpSp>
        <p:nvGrpSpPr>
          <p:cNvPr id="37" name="Agrupar 36">
            <a:extLst>
              <a:ext uri="{FF2B5EF4-FFF2-40B4-BE49-F238E27FC236}">
                <a16:creationId xmlns:a16="http://schemas.microsoft.com/office/drawing/2014/main" id="{ECF74893-1474-E777-9927-1B675D1631B2}"/>
              </a:ext>
            </a:extLst>
          </p:cNvPr>
          <p:cNvGrpSpPr/>
          <p:nvPr/>
        </p:nvGrpSpPr>
        <p:grpSpPr>
          <a:xfrm>
            <a:off x="2629213" y="-2293"/>
            <a:ext cx="6913821" cy="620688"/>
            <a:chOff x="2629213" y="0"/>
            <a:chExt cx="6913821" cy="620688"/>
          </a:xfrm>
        </p:grpSpPr>
        <p:pic>
          <p:nvPicPr>
            <p:cNvPr id="38" name="Imagem 37">
              <a:extLst>
                <a:ext uri="{FF2B5EF4-FFF2-40B4-BE49-F238E27FC236}">
                  <a16:creationId xmlns:a16="http://schemas.microsoft.com/office/drawing/2014/main" id="{62E58007-3CDC-4C8D-266F-C0F079135CD0}"/>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descr="Desenho com traços pretos em fundo branco e letras pretas em fundo branco&#10;&#10;Descrição gerada automaticamente com confiança média">
              <a:extLst>
                <a:ext uri="{FF2B5EF4-FFF2-40B4-BE49-F238E27FC236}">
                  <a16:creationId xmlns:a16="http://schemas.microsoft.com/office/drawing/2014/main" id="{C52595A3-C2D3-E127-24F7-A1DE7C4D52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0" name="Imagem 39">
              <a:extLst>
                <a:ext uri="{FF2B5EF4-FFF2-40B4-BE49-F238E27FC236}">
                  <a16:creationId xmlns:a16="http://schemas.microsoft.com/office/drawing/2014/main" id="{03834AA4-D459-7BDF-BDF3-8A7C605C9C5A}"/>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1" name="Fluxograma: Processo 40">
              <a:extLst>
                <a:ext uri="{FF2B5EF4-FFF2-40B4-BE49-F238E27FC236}">
                  <a16:creationId xmlns:a16="http://schemas.microsoft.com/office/drawing/2014/main" id="{079F8B13-0F53-7478-17D6-4B49D61EF1B5}"/>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Fluxograma: Processo 41">
              <a:extLst>
                <a:ext uri="{FF2B5EF4-FFF2-40B4-BE49-F238E27FC236}">
                  <a16:creationId xmlns:a16="http://schemas.microsoft.com/office/drawing/2014/main" id="{3970AEDA-8327-1201-E751-A0388B9A801D}"/>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Fluxograma: Processo 42">
              <a:extLst>
                <a:ext uri="{FF2B5EF4-FFF2-40B4-BE49-F238E27FC236}">
                  <a16:creationId xmlns:a16="http://schemas.microsoft.com/office/drawing/2014/main" id="{0314B223-7031-83D4-E987-D2A6105C640E}"/>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4" name="Espaço Reservado para Rodapé 6">
            <a:extLst>
              <a:ext uri="{FF2B5EF4-FFF2-40B4-BE49-F238E27FC236}">
                <a16:creationId xmlns:a16="http://schemas.microsoft.com/office/drawing/2014/main" id="{D39E47A9-B454-ECE1-4351-CF40A47ADA57}"/>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A66B49E0-2A4D-2CDD-C5BA-A158C01C08C4}"/>
              </a:ext>
            </a:extLst>
          </p:cNvPr>
          <p:cNvSpPr txBox="1"/>
          <p:nvPr/>
        </p:nvSpPr>
        <p:spPr>
          <a:xfrm>
            <a:off x="8102677" y="5336804"/>
            <a:ext cx="2012349" cy="261610"/>
          </a:xfrm>
          <a:prstGeom prst="rect">
            <a:avLst/>
          </a:prstGeom>
          <a:noFill/>
        </p:spPr>
        <p:txBody>
          <a:bodyPr wrap="square">
            <a:spAutoFit/>
          </a:bodyPr>
          <a:lstStyle/>
          <a:p>
            <a:pPr marL="0" lvl="1" algn="ctr"/>
            <a:r>
              <a:rPr lang="pt-BR" sz="1100" b="1" dirty="0"/>
              <a:t>Fonte: </a:t>
            </a:r>
            <a:r>
              <a:rPr lang="pt-BR" sz="1100" dirty="0"/>
              <a:t>FREEPIK</a:t>
            </a:r>
          </a:p>
        </p:txBody>
      </p:sp>
      <p:sp>
        <p:nvSpPr>
          <p:cNvPr id="2" name="Espaço reservado para conteúdo 13">
            <a:extLst>
              <a:ext uri="{FF2B5EF4-FFF2-40B4-BE49-F238E27FC236}">
                <a16:creationId xmlns:a16="http://schemas.microsoft.com/office/drawing/2014/main" id="{DE7D60C2-AE4A-5C13-9BE6-DC7D6588949C}"/>
              </a:ext>
            </a:extLst>
          </p:cNvPr>
          <p:cNvSpPr txBox="1">
            <a:spLocks/>
          </p:cNvSpPr>
          <p:nvPr/>
        </p:nvSpPr>
        <p:spPr>
          <a:xfrm>
            <a:off x="1053852" y="2237286"/>
            <a:ext cx="6383248" cy="3921365"/>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lvl="0" indent="0">
              <a:lnSpc>
                <a:spcPct val="100000"/>
              </a:lnSpc>
              <a:buNone/>
            </a:pPr>
            <a:r>
              <a:rPr lang="pt-BR" sz="2000" b="1" dirty="0"/>
              <a:t>Justificativa:</a:t>
            </a:r>
          </a:p>
          <a:p>
            <a:pPr algn="just">
              <a:lnSpc>
                <a:spcPct val="100000"/>
              </a:lnSpc>
              <a:buFontTx/>
              <a:buChar char="-"/>
            </a:pPr>
            <a:r>
              <a:rPr lang="pt-BR" sz="1400" dirty="0">
                <a:cs typeface="Arial"/>
              </a:rPr>
              <a:t>A proposta será </a:t>
            </a:r>
            <a:r>
              <a:rPr lang="pt-BR" sz="1400" b="1" dirty="0">
                <a:cs typeface="Arial"/>
              </a:rPr>
              <a:t>melhorar</a:t>
            </a:r>
            <a:r>
              <a:rPr lang="pt-BR" sz="1400" dirty="0">
                <a:cs typeface="Arial"/>
              </a:rPr>
              <a:t> a </a:t>
            </a:r>
            <a:r>
              <a:rPr lang="pt-BR" sz="1400" b="1" dirty="0">
                <a:cs typeface="Arial"/>
              </a:rPr>
              <a:t>qualidade</a:t>
            </a:r>
            <a:r>
              <a:rPr lang="pt-BR" sz="1400" dirty="0">
                <a:cs typeface="Arial"/>
              </a:rPr>
              <a:t> de desenvolvimento nas </a:t>
            </a:r>
            <a:r>
              <a:rPr lang="pt-BR" sz="1400" b="1" dirty="0">
                <a:cs typeface="Arial"/>
              </a:rPr>
              <a:t>redações</a:t>
            </a:r>
            <a:r>
              <a:rPr lang="pt-BR" sz="1400" dirty="0">
                <a:cs typeface="Arial"/>
              </a:rPr>
              <a:t> desses estudantes, aprimorando sua capacidade cognitiva frente a estudantes de escolas privadas.</a:t>
            </a:r>
          </a:p>
          <a:p>
            <a:pPr algn="just">
              <a:lnSpc>
                <a:spcPct val="100000"/>
              </a:lnSpc>
              <a:buFontTx/>
              <a:buChar char="-"/>
            </a:pPr>
            <a:r>
              <a:rPr lang="pt-BR" sz="1400" dirty="0">
                <a:cs typeface="Arial"/>
              </a:rPr>
              <a:t>As escolas pública em sua </a:t>
            </a:r>
            <a:r>
              <a:rPr lang="pt-BR" sz="1400" b="1" dirty="0">
                <a:cs typeface="Arial"/>
              </a:rPr>
              <a:t>maioria,</a:t>
            </a:r>
            <a:r>
              <a:rPr lang="pt-BR" sz="1400" dirty="0">
                <a:cs typeface="Arial"/>
              </a:rPr>
              <a:t> não tem uma </a:t>
            </a:r>
            <a:r>
              <a:rPr lang="pt-BR" sz="1400" b="1" dirty="0">
                <a:cs typeface="Arial"/>
              </a:rPr>
              <a:t>estrutura de suporte adequada </a:t>
            </a:r>
            <a:r>
              <a:rPr lang="pt-BR" sz="1400" dirty="0">
                <a:cs typeface="Arial"/>
              </a:rPr>
              <a:t>para os alunos, pois elas carecem de estrutura básicas.</a:t>
            </a:r>
          </a:p>
          <a:p>
            <a:pPr algn="just">
              <a:lnSpc>
                <a:spcPct val="100000"/>
              </a:lnSpc>
              <a:buFontTx/>
              <a:buChar char="-"/>
            </a:pPr>
            <a:r>
              <a:rPr lang="pt-BR" sz="1400" dirty="0">
                <a:cs typeface="Arial"/>
              </a:rPr>
              <a:t>Principais problemas: A falta de salas, lotação de alunos, sem laboratórios e bibliotecas e com problemas financeiros implica na educação. </a:t>
            </a:r>
          </a:p>
          <a:p>
            <a:pPr algn="just">
              <a:lnSpc>
                <a:spcPct val="100000"/>
              </a:lnSpc>
              <a:buFontTx/>
              <a:buChar char="-"/>
            </a:pPr>
            <a:r>
              <a:rPr lang="pt-BR" sz="1400" dirty="0">
                <a:cs typeface="Arial"/>
              </a:rPr>
              <a:t>O que acaba </a:t>
            </a:r>
            <a:r>
              <a:rPr lang="pt-BR" sz="1400" b="1" dirty="0">
                <a:cs typeface="Arial"/>
              </a:rPr>
              <a:t>afetando diretamente a qualidade </a:t>
            </a:r>
            <a:r>
              <a:rPr lang="pt-BR" sz="1400" dirty="0">
                <a:cs typeface="Arial"/>
              </a:rPr>
              <a:t>do </a:t>
            </a:r>
            <a:r>
              <a:rPr lang="pt-BR" sz="1400" b="1" dirty="0">
                <a:cs typeface="Arial"/>
              </a:rPr>
              <a:t>ensino e o ambiente </a:t>
            </a:r>
            <a:r>
              <a:rPr lang="pt-BR" sz="1400" dirty="0">
                <a:cs typeface="Arial"/>
              </a:rPr>
              <a:t>de aprendizado destes alunos (CARNAVAL, 2021).</a:t>
            </a:r>
            <a:endParaRPr lang="pt-BR" sz="1400" dirty="0"/>
          </a:p>
        </p:txBody>
      </p:sp>
      <p:pic>
        <p:nvPicPr>
          <p:cNvPr id="4" name="Gráfico 3">
            <a:extLst>
              <a:ext uri="{FF2B5EF4-FFF2-40B4-BE49-F238E27FC236}">
                <a16:creationId xmlns:a16="http://schemas.microsoft.com/office/drawing/2014/main" id="{769BB525-A88C-D419-6EB8-096543189CA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1508338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DA226-93AE-0931-FA82-EADCADB855BD}"/>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67A6ACAD-F8D3-03F3-768B-93677078293A}"/>
              </a:ext>
            </a:extLst>
          </p:cNvPr>
          <p:cNvSpPr>
            <a:spLocks noGrp="1"/>
          </p:cNvSpPr>
          <p:nvPr>
            <p:ph type="sldNum" sz="quarter" idx="12"/>
          </p:nvPr>
        </p:nvSpPr>
        <p:spPr/>
        <p:txBody>
          <a:bodyPr/>
          <a:lstStyle/>
          <a:p>
            <a:pPr rtl="0"/>
            <a:fld id="{7DC1BBB0-96F0-4077-A278-0F3FB5C104D3}" type="slidenum">
              <a:rPr lang="pt-BR" noProof="0" smtClean="0"/>
              <a:pPr rtl="0"/>
              <a:t>13</a:t>
            </a:fld>
            <a:endParaRPr lang="pt-BR" noProof="0"/>
          </a:p>
        </p:txBody>
      </p:sp>
      <p:sp>
        <p:nvSpPr>
          <p:cNvPr id="12" name="Título 1">
            <a:extLst>
              <a:ext uri="{FF2B5EF4-FFF2-40B4-BE49-F238E27FC236}">
                <a16:creationId xmlns:a16="http://schemas.microsoft.com/office/drawing/2014/main" id="{5D2E99CB-3E03-850B-CD2A-B1548AD925ED}"/>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81155272-6170-9AB1-44A9-91AF444EC6EC}"/>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27" name="Imagem 26">
            <a:extLst>
              <a:ext uri="{FF2B5EF4-FFF2-40B4-BE49-F238E27FC236}">
                <a16:creationId xmlns:a16="http://schemas.microsoft.com/office/drawing/2014/main" id="{7C093D64-7AD6-F1BA-BB61-71CF38AB2F34}"/>
              </a:ext>
            </a:extLst>
          </p:cNvPr>
          <p:cNvPicPr>
            <a:picLocks noChangeAspect="1"/>
          </p:cNvPicPr>
          <p:nvPr/>
        </p:nvPicPr>
        <p:blipFill>
          <a:blip r:embed="rId3"/>
          <a:stretch>
            <a:fillRect/>
          </a:stretch>
        </p:blipFill>
        <p:spPr>
          <a:xfrm>
            <a:off x="8027617" y="2406138"/>
            <a:ext cx="2160000" cy="2160000"/>
          </a:xfrm>
          <a:prstGeom prst="rect">
            <a:avLst/>
          </a:prstGeom>
          <a:effectLst>
            <a:reflection blurRad="6350" stA="52000" endA="300" endPos="35000" dir="5400000" sy="-100000" algn="bl" rotWithShape="0"/>
          </a:effectLst>
        </p:spPr>
      </p:pic>
      <p:grpSp>
        <p:nvGrpSpPr>
          <p:cNvPr id="35" name="Agrupar 34">
            <a:extLst>
              <a:ext uri="{FF2B5EF4-FFF2-40B4-BE49-F238E27FC236}">
                <a16:creationId xmlns:a16="http://schemas.microsoft.com/office/drawing/2014/main" id="{5E0C587C-29D5-720F-1842-98677CE8D63E}"/>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6840FDA8-6E8F-2B24-232D-568B991E9314}"/>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344ABD68-741B-4480-E0B5-3757563A8E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3669D0D8-DEB0-304F-D074-9038D4A00B97}"/>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D5E83DC2-08EB-2955-E974-87504C54EC33}"/>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4BA191F9-478B-F189-60EC-B11F94DFD5F4}"/>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2D83EFBD-E1EA-16DC-BB44-E4B25E74386C}"/>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2" name="Espaço Reservado para Rodapé 6">
            <a:extLst>
              <a:ext uri="{FF2B5EF4-FFF2-40B4-BE49-F238E27FC236}">
                <a16:creationId xmlns:a16="http://schemas.microsoft.com/office/drawing/2014/main" id="{F3E9CA90-45E3-B27D-63E0-2CAFBC4CABA8}"/>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7" name="CaixaDeTexto 6">
            <a:extLst>
              <a:ext uri="{FF2B5EF4-FFF2-40B4-BE49-F238E27FC236}">
                <a16:creationId xmlns:a16="http://schemas.microsoft.com/office/drawing/2014/main" id="{2772C1E5-1316-C782-E7BF-99622DA7CA43}"/>
              </a:ext>
            </a:extLst>
          </p:cNvPr>
          <p:cNvSpPr txBox="1"/>
          <p:nvPr/>
        </p:nvSpPr>
        <p:spPr>
          <a:xfrm>
            <a:off x="8027618" y="5332155"/>
            <a:ext cx="2160000" cy="261610"/>
          </a:xfrm>
          <a:prstGeom prst="rect">
            <a:avLst/>
          </a:prstGeom>
          <a:noFill/>
        </p:spPr>
        <p:txBody>
          <a:bodyPr wrap="square">
            <a:spAutoFit/>
          </a:bodyPr>
          <a:lstStyle/>
          <a:p>
            <a:pPr marL="0" lvl="1" algn="ctr"/>
            <a:r>
              <a:rPr lang="pt-BR" sz="1100" b="1" dirty="0"/>
              <a:t>Fonte: </a:t>
            </a:r>
            <a:r>
              <a:rPr lang="pt-BR" sz="1100" dirty="0"/>
              <a:t>FREEPIK</a:t>
            </a:r>
          </a:p>
        </p:txBody>
      </p:sp>
      <p:sp>
        <p:nvSpPr>
          <p:cNvPr id="2" name="Espaço reservado para conteúdo 13">
            <a:extLst>
              <a:ext uri="{FF2B5EF4-FFF2-40B4-BE49-F238E27FC236}">
                <a16:creationId xmlns:a16="http://schemas.microsoft.com/office/drawing/2014/main" id="{26AD0823-DCBA-1C17-C98E-444374A3DDCC}"/>
              </a:ext>
            </a:extLst>
          </p:cNvPr>
          <p:cNvSpPr txBox="1">
            <a:spLocks/>
          </p:cNvSpPr>
          <p:nvPr/>
        </p:nvSpPr>
        <p:spPr>
          <a:xfrm>
            <a:off x="1053852" y="2237286"/>
            <a:ext cx="6276571" cy="3460882"/>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nSpc>
                <a:spcPct val="100000"/>
              </a:lnSpc>
              <a:buNone/>
            </a:pPr>
            <a:r>
              <a:rPr lang="pt-BR" sz="2000" b="1" dirty="0"/>
              <a:t>Metodologias: </a:t>
            </a:r>
          </a:p>
          <a:p>
            <a:pPr algn="just">
              <a:lnSpc>
                <a:spcPct val="100000"/>
              </a:lnSpc>
              <a:buFontTx/>
              <a:buChar char="-"/>
            </a:pPr>
            <a:r>
              <a:rPr lang="pt-BR" sz="1400" b="1" dirty="0">
                <a:ea typeface="+mn-lt"/>
                <a:cs typeface="+mn-lt"/>
              </a:rPr>
              <a:t>Scrum</a:t>
            </a:r>
            <a:r>
              <a:rPr lang="pt-BR" sz="1400" dirty="0">
                <a:ea typeface="+mn-lt"/>
                <a:cs typeface="+mn-lt"/>
              </a:rPr>
              <a:t>, com reuniões </a:t>
            </a:r>
            <a:r>
              <a:rPr lang="pt-BR" sz="1400" b="1" dirty="0">
                <a:ea typeface="+mn-lt"/>
                <a:cs typeface="+mn-lt"/>
              </a:rPr>
              <a:t>semanais</a:t>
            </a:r>
            <a:r>
              <a:rPr lang="pt-BR" sz="1400" dirty="0">
                <a:ea typeface="+mn-lt"/>
                <a:cs typeface="+mn-lt"/>
              </a:rPr>
              <a:t> </a:t>
            </a:r>
            <a:r>
              <a:rPr lang="pt-BR" sz="1400" b="1" dirty="0">
                <a:ea typeface="+mn-lt"/>
                <a:cs typeface="+mn-lt"/>
              </a:rPr>
              <a:t>online e presenciais.</a:t>
            </a:r>
          </a:p>
          <a:p>
            <a:pPr algn="just">
              <a:lnSpc>
                <a:spcPct val="100000"/>
              </a:lnSpc>
              <a:buFontTx/>
              <a:buChar char="-"/>
            </a:pPr>
            <a:r>
              <a:rPr lang="pt-BR" sz="1400" dirty="0">
                <a:ea typeface="+mn-lt"/>
                <a:cs typeface="+mn-lt"/>
              </a:rPr>
              <a:t>A equipe </a:t>
            </a:r>
            <a:r>
              <a:rPr lang="pt-BR" sz="1400" b="1" dirty="0">
                <a:ea typeface="+mn-lt"/>
                <a:cs typeface="+mn-lt"/>
              </a:rPr>
              <a:t>acompanha</a:t>
            </a:r>
            <a:r>
              <a:rPr lang="pt-BR" sz="1400" dirty="0">
                <a:ea typeface="+mn-lt"/>
                <a:cs typeface="+mn-lt"/>
              </a:rPr>
              <a:t> o </a:t>
            </a:r>
            <a:r>
              <a:rPr lang="pt-BR" sz="1400" b="1" dirty="0">
                <a:ea typeface="+mn-lt"/>
                <a:cs typeface="+mn-lt"/>
              </a:rPr>
              <a:t>desenvolvimento</a:t>
            </a:r>
            <a:r>
              <a:rPr lang="pt-BR" sz="1400" dirty="0">
                <a:ea typeface="+mn-lt"/>
                <a:cs typeface="+mn-lt"/>
              </a:rPr>
              <a:t> do sistema, </a:t>
            </a:r>
            <a:r>
              <a:rPr lang="pt-BR" sz="1400" b="1" dirty="0">
                <a:ea typeface="+mn-lt"/>
                <a:cs typeface="+mn-lt"/>
              </a:rPr>
              <a:t>revisa</a:t>
            </a:r>
            <a:r>
              <a:rPr lang="pt-BR" sz="1400" dirty="0">
                <a:ea typeface="+mn-lt"/>
                <a:cs typeface="+mn-lt"/>
              </a:rPr>
              <a:t> o conteúdo, </a:t>
            </a:r>
            <a:r>
              <a:rPr lang="pt-BR" sz="1400" b="1" dirty="0">
                <a:ea typeface="+mn-lt"/>
                <a:cs typeface="+mn-lt"/>
              </a:rPr>
              <a:t>avalia</a:t>
            </a:r>
            <a:r>
              <a:rPr lang="pt-BR" sz="1400" dirty="0">
                <a:ea typeface="+mn-lt"/>
                <a:cs typeface="+mn-lt"/>
              </a:rPr>
              <a:t> o progresso das tarefas, </a:t>
            </a:r>
            <a:r>
              <a:rPr lang="pt-BR" sz="1400" b="1" dirty="0">
                <a:ea typeface="+mn-lt"/>
                <a:cs typeface="+mn-lt"/>
              </a:rPr>
              <a:t>discute</a:t>
            </a:r>
            <a:r>
              <a:rPr lang="pt-BR" sz="1400" dirty="0">
                <a:ea typeface="+mn-lt"/>
                <a:cs typeface="+mn-lt"/>
              </a:rPr>
              <a:t> melhorias e </a:t>
            </a:r>
            <a:r>
              <a:rPr lang="pt-BR" sz="1400" b="1" dirty="0">
                <a:ea typeface="+mn-lt"/>
                <a:cs typeface="+mn-lt"/>
              </a:rPr>
              <a:t>planeja</a:t>
            </a:r>
            <a:r>
              <a:rPr lang="pt-BR" sz="1400" dirty="0">
                <a:ea typeface="+mn-lt"/>
                <a:cs typeface="+mn-lt"/>
              </a:rPr>
              <a:t> as próximas entregas, mantendo o projeto </a:t>
            </a:r>
            <a:r>
              <a:rPr lang="pt-BR" sz="1400" b="1" dirty="0">
                <a:ea typeface="+mn-lt"/>
                <a:cs typeface="+mn-lt"/>
              </a:rPr>
              <a:t>alinhado</a:t>
            </a:r>
            <a:r>
              <a:rPr lang="pt-BR" sz="1400" dirty="0">
                <a:ea typeface="+mn-lt"/>
                <a:cs typeface="+mn-lt"/>
              </a:rPr>
              <a:t> com os objetivos.</a:t>
            </a:r>
          </a:p>
          <a:p>
            <a:pPr algn="just">
              <a:lnSpc>
                <a:spcPct val="100000"/>
              </a:lnSpc>
              <a:buFontTx/>
              <a:buChar char="-"/>
            </a:pPr>
            <a:r>
              <a:rPr lang="pt-BR" sz="1400" dirty="0">
                <a:ea typeface="+mn-lt"/>
                <a:cs typeface="+mn-lt"/>
              </a:rPr>
              <a:t>Essa metodologia permite </a:t>
            </a:r>
            <a:r>
              <a:rPr lang="pt-BR" sz="1400" b="1" dirty="0">
                <a:ea typeface="+mn-lt"/>
                <a:cs typeface="+mn-lt"/>
              </a:rPr>
              <a:t>flexibilidade</a:t>
            </a:r>
            <a:r>
              <a:rPr lang="pt-BR" sz="1400" dirty="0">
                <a:ea typeface="+mn-lt"/>
                <a:cs typeface="+mn-lt"/>
              </a:rPr>
              <a:t> para mudanças, promove aperfeiçoamentos contínuos, fortalece a </a:t>
            </a:r>
            <a:r>
              <a:rPr lang="pt-BR" sz="1400" b="1" dirty="0">
                <a:ea typeface="+mn-lt"/>
                <a:cs typeface="+mn-lt"/>
              </a:rPr>
              <a:t>colaboração</a:t>
            </a:r>
            <a:r>
              <a:rPr lang="pt-BR" sz="1400" dirty="0">
                <a:ea typeface="+mn-lt"/>
                <a:cs typeface="+mn-lt"/>
              </a:rPr>
              <a:t> e </a:t>
            </a:r>
            <a:r>
              <a:rPr lang="pt-BR" sz="1400" b="1" dirty="0">
                <a:ea typeface="+mn-lt"/>
                <a:cs typeface="+mn-lt"/>
              </a:rPr>
              <a:t>comunicação</a:t>
            </a:r>
            <a:r>
              <a:rPr lang="pt-BR" sz="1400" dirty="0">
                <a:ea typeface="+mn-lt"/>
                <a:cs typeface="+mn-lt"/>
              </a:rPr>
              <a:t> da equipe.</a:t>
            </a:r>
          </a:p>
          <a:p>
            <a:pPr algn="just">
              <a:lnSpc>
                <a:spcPct val="100000"/>
              </a:lnSpc>
              <a:buFontTx/>
              <a:buChar char="-"/>
            </a:pPr>
            <a:r>
              <a:rPr lang="pt-BR" sz="1400" dirty="0">
                <a:ea typeface="+mn-lt"/>
                <a:cs typeface="+mn-lt"/>
              </a:rPr>
              <a:t>Ela é guiada por comprometimento, foco, coragem, abertura e respeito, garantindo resultados de </a:t>
            </a:r>
            <a:r>
              <a:rPr lang="pt-BR" sz="1400" b="1" dirty="0">
                <a:ea typeface="+mn-lt"/>
                <a:cs typeface="+mn-lt"/>
              </a:rPr>
              <a:t>qualidade</a:t>
            </a:r>
            <a:r>
              <a:rPr lang="pt-BR" sz="1400" dirty="0">
                <a:ea typeface="+mn-lt"/>
                <a:cs typeface="+mn-lt"/>
              </a:rPr>
              <a:t> e o sucesso do projeto.</a:t>
            </a:r>
          </a:p>
        </p:txBody>
      </p:sp>
      <p:pic>
        <p:nvPicPr>
          <p:cNvPr id="4" name="Gráfico 3">
            <a:extLst>
              <a:ext uri="{FF2B5EF4-FFF2-40B4-BE49-F238E27FC236}">
                <a16:creationId xmlns:a16="http://schemas.microsoft.com/office/drawing/2014/main" id="{62A1AD4D-7666-E24F-AA17-96D2E59DFCD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122514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12102-F26D-5B91-4888-08AB7FAC1A2F}"/>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8018FB14-D67D-88E6-140E-6B428C3D1574}"/>
              </a:ext>
            </a:extLst>
          </p:cNvPr>
          <p:cNvSpPr>
            <a:spLocks noGrp="1"/>
          </p:cNvSpPr>
          <p:nvPr>
            <p:ph type="sldNum" sz="quarter" idx="12"/>
          </p:nvPr>
        </p:nvSpPr>
        <p:spPr/>
        <p:txBody>
          <a:bodyPr/>
          <a:lstStyle/>
          <a:p>
            <a:pPr rtl="0"/>
            <a:fld id="{7DC1BBB0-96F0-4077-A278-0F3FB5C104D3}" type="slidenum">
              <a:rPr lang="pt-BR" noProof="0" smtClean="0"/>
              <a:pPr rtl="0"/>
              <a:t>14</a:t>
            </a:fld>
            <a:endParaRPr lang="pt-BR" noProof="0"/>
          </a:p>
        </p:txBody>
      </p:sp>
      <p:sp>
        <p:nvSpPr>
          <p:cNvPr id="12" name="Título 1">
            <a:extLst>
              <a:ext uri="{FF2B5EF4-FFF2-40B4-BE49-F238E27FC236}">
                <a16:creationId xmlns:a16="http://schemas.microsoft.com/office/drawing/2014/main" id="{6B0B7995-79F6-0B18-C91E-1EAD69125CE1}"/>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5" name="Espaço reservado para conteúdo 13">
            <a:extLst>
              <a:ext uri="{FF2B5EF4-FFF2-40B4-BE49-F238E27FC236}">
                <a16:creationId xmlns:a16="http://schemas.microsoft.com/office/drawing/2014/main" id="{EA33C570-BA5D-4F5A-0A45-D174708E12BB}"/>
              </a:ext>
            </a:extLst>
          </p:cNvPr>
          <p:cNvSpPr txBox="1">
            <a:spLocks/>
          </p:cNvSpPr>
          <p:nvPr/>
        </p:nvSpPr>
        <p:spPr>
          <a:xfrm>
            <a:off x="1053177" y="2229382"/>
            <a:ext cx="9264009" cy="4070630"/>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lvl="0" indent="0">
              <a:lnSpc>
                <a:spcPct val="100000"/>
              </a:lnSpc>
              <a:buNone/>
            </a:pPr>
            <a:r>
              <a:rPr lang="pt-BR" sz="2000" b="1" dirty="0"/>
              <a:t>Ferramentas:</a:t>
            </a:r>
          </a:p>
        </p:txBody>
      </p:sp>
      <p:sp>
        <p:nvSpPr>
          <p:cNvPr id="13" name="Subtítulo 2">
            <a:extLst>
              <a:ext uri="{FF2B5EF4-FFF2-40B4-BE49-F238E27FC236}">
                <a16:creationId xmlns:a16="http://schemas.microsoft.com/office/drawing/2014/main" id="{533D2596-3B15-9036-E4F2-2536C39FB35D}"/>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grpSp>
        <p:nvGrpSpPr>
          <p:cNvPr id="34" name="Agrupar 33">
            <a:extLst>
              <a:ext uri="{FF2B5EF4-FFF2-40B4-BE49-F238E27FC236}">
                <a16:creationId xmlns:a16="http://schemas.microsoft.com/office/drawing/2014/main" id="{E6F087F9-2FF7-2325-487D-1A5C5BD1B9AF}"/>
              </a:ext>
            </a:extLst>
          </p:cNvPr>
          <p:cNvGrpSpPr/>
          <p:nvPr/>
        </p:nvGrpSpPr>
        <p:grpSpPr>
          <a:xfrm>
            <a:off x="2629213" y="-2293"/>
            <a:ext cx="6913821" cy="620688"/>
            <a:chOff x="2629213" y="0"/>
            <a:chExt cx="6913821" cy="620688"/>
          </a:xfrm>
        </p:grpSpPr>
        <p:pic>
          <p:nvPicPr>
            <p:cNvPr id="35" name="Imagem 34">
              <a:extLst>
                <a:ext uri="{FF2B5EF4-FFF2-40B4-BE49-F238E27FC236}">
                  <a16:creationId xmlns:a16="http://schemas.microsoft.com/office/drawing/2014/main" id="{DE4CB6FC-7027-4235-15E0-F7B8C50BFA84}"/>
                </a:ext>
              </a:extLst>
            </p:cNvPr>
            <p:cNvPicPr>
              <a:picLocks noChangeAspect="1"/>
            </p:cNvPicPr>
            <p:nvPr/>
          </p:nvPicPr>
          <p:blipFill>
            <a:blip r:embed="rId3"/>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descr="Desenho com traços pretos em fundo branco e letras pretas em fundo branco&#10;&#10;Descrição gerada automaticamente com confiança média">
              <a:extLst>
                <a:ext uri="{FF2B5EF4-FFF2-40B4-BE49-F238E27FC236}">
                  <a16:creationId xmlns:a16="http://schemas.microsoft.com/office/drawing/2014/main" id="{2A766AFC-A713-C1AB-071F-0F0684ADE3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a:extLst>
                <a:ext uri="{FF2B5EF4-FFF2-40B4-BE49-F238E27FC236}">
                  <a16:creationId xmlns:a16="http://schemas.microsoft.com/office/drawing/2014/main" id="{19C87294-C531-99C9-E55F-5D1D79F558D8}"/>
                </a:ext>
              </a:extLst>
            </p:cNvPr>
            <p:cNvPicPr>
              <a:picLocks noChangeAspect="1"/>
            </p:cNvPicPr>
            <p:nvPr/>
          </p:nvPicPr>
          <p:blipFill>
            <a:blip r:embed="rId5"/>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8" name="Fluxograma: Processo 37">
              <a:extLst>
                <a:ext uri="{FF2B5EF4-FFF2-40B4-BE49-F238E27FC236}">
                  <a16:creationId xmlns:a16="http://schemas.microsoft.com/office/drawing/2014/main" id="{0A7E75FE-FB5B-8C32-F718-52C448D98542}"/>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9" name="Fluxograma: Processo 38">
              <a:extLst>
                <a:ext uri="{FF2B5EF4-FFF2-40B4-BE49-F238E27FC236}">
                  <a16:creationId xmlns:a16="http://schemas.microsoft.com/office/drawing/2014/main" id="{2562AF82-14E0-17BD-0608-C51EC3E3ED78}"/>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Fluxograma: Processo 39">
              <a:extLst>
                <a:ext uri="{FF2B5EF4-FFF2-40B4-BE49-F238E27FC236}">
                  <a16:creationId xmlns:a16="http://schemas.microsoft.com/office/drawing/2014/main" id="{A3D68456-DE40-4834-0AA3-7600782AC7C1}"/>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1" name="Espaço Reservado para Rodapé 6">
            <a:extLst>
              <a:ext uri="{FF2B5EF4-FFF2-40B4-BE49-F238E27FC236}">
                <a16:creationId xmlns:a16="http://schemas.microsoft.com/office/drawing/2014/main" id="{862F87DE-4DFD-21E6-CF65-A9E6CCF0FF22}"/>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30" name="CaixaDeTexto 29">
            <a:extLst>
              <a:ext uri="{FF2B5EF4-FFF2-40B4-BE49-F238E27FC236}">
                <a16:creationId xmlns:a16="http://schemas.microsoft.com/office/drawing/2014/main" id="{258EFCB3-6359-BA7B-6051-F23CB32F94F2}"/>
              </a:ext>
            </a:extLst>
          </p:cNvPr>
          <p:cNvSpPr txBox="1"/>
          <p:nvPr/>
        </p:nvSpPr>
        <p:spPr>
          <a:xfrm>
            <a:off x="4820354" y="6188885"/>
            <a:ext cx="1760271" cy="261610"/>
          </a:xfrm>
          <a:prstGeom prst="rect">
            <a:avLst/>
          </a:prstGeom>
          <a:noFill/>
        </p:spPr>
        <p:txBody>
          <a:bodyPr wrap="square">
            <a:spAutoFit/>
          </a:bodyPr>
          <a:lstStyle/>
          <a:p>
            <a:pPr algn="ctr"/>
            <a:r>
              <a:rPr lang="pt-BR" sz="1100" dirty="0"/>
              <a:t>Fonte: ICONS8</a:t>
            </a:r>
          </a:p>
        </p:txBody>
      </p:sp>
      <p:grpSp>
        <p:nvGrpSpPr>
          <p:cNvPr id="16" name="Agrupar 15">
            <a:extLst>
              <a:ext uri="{FF2B5EF4-FFF2-40B4-BE49-F238E27FC236}">
                <a16:creationId xmlns:a16="http://schemas.microsoft.com/office/drawing/2014/main" id="{8ED30C2B-8ED2-FBD5-62CD-219609E15148}"/>
              </a:ext>
            </a:extLst>
          </p:cNvPr>
          <p:cNvGrpSpPr/>
          <p:nvPr/>
        </p:nvGrpSpPr>
        <p:grpSpPr>
          <a:xfrm>
            <a:off x="1309208" y="2624498"/>
            <a:ext cx="789559" cy="931375"/>
            <a:chOff x="2745451" y="2858420"/>
            <a:chExt cx="789559" cy="931375"/>
          </a:xfrm>
        </p:grpSpPr>
        <p:pic>
          <p:nvPicPr>
            <p:cNvPr id="20" name="Imagem 19" descr="Ícone&#10;&#10;O conteúdo gerado por IA pode estar incorreto.">
              <a:extLst>
                <a:ext uri="{FF2B5EF4-FFF2-40B4-BE49-F238E27FC236}">
                  <a16:creationId xmlns:a16="http://schemas.microsoft.com/office/drawing/2014/main" id="{A8E2BA9E-4967-BDED-5C75-1DC8994794D0}"/>
                </a:ext>
              </a:extLst>
            </p:cNvPr>
            <p:cNvPicPr>
              <a:picLocks noChangeAspect="1"/>
            </p:cNvPicPr>
            <p:nvPr/>
          </p:nvPicPr>
          <p:blipFill>
            <a:blip r:embed="rId6"/>
            <a:stretch>
              <a:fillRect/>
            </a:stretch>
          </p:blipFill>
          <p:spPr>
            <a:xfrm>
              <a:off x="2875955" y="2858420"/>
              <a:ext cx="565125" cy="576761"/>
            </a:xfrm>
            <a:prstGeom prst="rect">
              <a:avLst/>
            </a:prstGeom>
          </p:spPr>
        </p:pic>
        <p:sp>
          <p:nvSpPr>
            <p:cNvPr id="2" name="CaixaDeTexto 1">
              <a:extLst>
                <a:ext uri="{FF2B5EF4-FFF2-40B4-BE49-F238E27FC236}">
                  <a16:creationId xmlns:a16="http://schemas.microsoft.com/office/drawing/2014/main" id="{9015E26F-5870-E8C6-B65C-C323878075F2}"/>
                </a:ext>
              </a:extLst>
            </p:cNvPr>
            <p:cNvSpPr txBox="1"/>
            <p:nvPr/>
          </p:nvSpPr>
          <p:spPr>
            <a:xfrm>
              <a:off x="2745451" y="3312741"/>
              <a:ext cx="789559" cy="477054"/>
            </a:xfrm>
            <a:prstGeom prst="rect">
              <a:avLst/>
            </a:prstGeom>
            <a:noFill/>
          </p:spPr>
          <p:txBody>
            <a:bodyPr wrap="square">
              <a:spAutoFit/>
            </a:bodyPr>
            <a:lstStyle/>
            <a:p>
              <a:pPr algn="ctr"/>
              <a:r>
                <a:rPr lang="pt-BR" sz="1400" dirty="0"/>
                <a:t>Canvas </a:t>
              </a:r>
            </a:p>
            <a:p>
              <a:pPr algn="ctr"/>
              <a:r>
                <a:rPr lang="pt-BR" sz="1100" dirty="0"/>
                <a:t>Logo</a:t>
              </a:r>
            </a:p>
          </p:txBody>
        </p:sp>
      </p:grpSp>
      <p:grpSp>
        <p:nvGrpSpPr>
          <p:cNvPr id="14" name="Agrupar 13">
            <a:extLst>
              <a:ext uri="{FF2B5EF4-FFF2-40B4-BE49-F238E27FC236}">
                <a16:creationId xmlns:a16="http://schemas.microsoft.com/office/drawing/2014/main" id="{BE428CC2-A371-48BF-B705-62C750C74E78}"/>
              </a:ext>
            </a:extLst>
          </p:cNvPr>
          <p:cNvGrpSpPr/>
          <p:nvPr/>
        </p:nvGrpSpPr>
        <p:grpSpPr>
          <a:xfrm>
            <a:off x="1016599" y="3822596"/>
            <a:ext cx="1301624" cy="828080"/>
            <a:chOff x="1258697" y="3670140"/>
            <a:chExt cx="1301624" cy="828080"/>
          </a:xfrm>
        </p:grpSpPr>
        <p:pic>
          <p:nvPicPr>
            <p:cNvPr id="6" name="Imagem 5" descr="Ícone&#10;&#10;O conteúdo gerado por IA pode estar incorreto.">
              <a:extLst>
                <a:ext uri="{FF2B5EF4-FFF2-40B4-BE49-F238E27FC236}">
                  <a16:creationId xmlns:a16="http://schemas.microsoft.com/office/drawing/2014/main" id="{DE9DE580-44A2-4454-3B96-F8A3594CBA1D}"/>
                </a:ext>
              </a:extLst>
            </p:cNvPr>
            <p:cNvPicPr>
              <a:picLocks noChangeAspect="1"/>
            </p:cNvPicPr>
            <p:nvPr/>
          </p:nvPicPr>
          <p:blipFill>
            <a:blip r:embed="rId7"/>
            <a:stretch>
              <a:fillRect/>
            </a:stretch>
          </p:blipFill>
          <p:spPr>
            <a:xfrm>
              <a:off x="1706742" y="3670140"/>
              <a:ext cx="405533" cy="397579"/>
            </a:xfrm>
            <a:prstGeom prst="rect">
              <a:avLst/>
            </a:prstGeom>
          </p:spPr>
        </p:pic>
        <p:sp>
          <p:nvSpPr>
            <p:cNvPr id="4" name="CaixaDeTexto 3">
              <a:extLst>
                <a:ext uri="{FF2B5EF4-FFF2-40B4-BE49-F238E27FC236}">
                  <a16:creationId xmlns:a16="http://schemas.microsoft.com/office/drawing/2014/main" id="{501C91A1-5FB4-D50A-3693-3B942851B220}"/>
                </a:ext>
              </a:extLst>
            </p:cNvPr>
            <p:cNvSpPr txBox="1"/>
            <p:nvPr/>
          </p:nvSpPr>
          <p:spPr>
            <a:xfrm>
              <a:off x="1258697" y="4021166"/>
              <a:ext cx="1301624" cy="477054"/>
            </a:xfrm>
            <a:prstGeom prst="rect">
              <a:avLst/>
            </a:prstGeom>
            <a:noFill/>
          </p:spPr>
          <p:txBody>
            <a:bodyPr wrap="square">
              <a:spAutoFit/>
            </a:bodyPr>
            <a:lstStyle/>
            <a:p>
              <a:pPr algn="ctr"/>
              <a:r>
                <a:rPr lang="pt-BR" sz="1400" dirty="0"/>
                <a:t>Draw.io </a:t>
              </a:r>
            </a:p>
            <a:p>
              <a:pPr algn="ctr"/>
              <a:r>
                <a:rPr lang="pt-BR" sz="1100" dirty="0"/>
                <a:t>Protótipos Media</a:t>
              </a:r>
            </a:p>
          </p:txBody>
        </p:sp>
      </p:grpSp>
      <p:grpSp>
        <p:nvGrpSpPr>
          <p:cNvPr id="11" name="Agrupar 10">
            <a:extLst>
              <a:ext uri="{FF2B5EF4-FFF2-40B4-BE49-F238E27FC236}">
                <a16:creationId xmlns:a16="http://schemas.microsoft.com/office/drawing/2014/main" id="{91D36A68-D72C-F861-FB8A-18A78FC845CB}"/>
              </a:ext>
            </a:extLst>
          </p:cNvPr>
          <p:cNvGrpSpPr/>
          <p:nvPr/>
        </p:nvGrpSpPr>
        <p:grpSpPr>
          <a:xfrm>
            <a:off x="1056379" y="4808216"/>
            <a:ext cx="1228473" cy="900693"/>
            <a:chOff x="927021" y="4539282"/>
            <a:chExt cx="1228473" cy="900693"/>
          </a:xfrm>
        </p:grpSpPr>
        <p:pic>
          <p:nvPicPr>
            <p:cNvPr id="28" name="Imagem 27">
              <a:extLst>
                <a:ext uri="{FF2B5EF4-FFF2-40B4-BE49-F238E27FC236}">
                  <a16:creationId xmlns:a16="http://schemas.microsoft.com/office/drawing/2014/main" id="{8462D117-5DAA-024E-3097-2ADD3A8D4AEE}"/>
                </a:ext>
              </a:extLst>
            </p:cNvPr>
            <p:cNvPicPr>
              <a:picLocks noChangeAspect="1"/>
            </p:cNvPicPr>
            <p:nvPr/>
          </p:nvPicPr>
          <p:blipFill>
            <a:blip r:embed="rId8"/>
            <a:stretch>
              <a:fillRect/>
            </a:stretch>
          </p:blipFill>
          <p:spPr>
            <a:xfrm>
              <a:off x="1279200" y="4539282"/>
              <a:ext cx="524116" cy="524116"/>
            </a:xfrm>
            <a:prstGeom prst="rect">
              <a:avLst/>
            </a:prstGeom>
          </p:spPr>
        </p:pic>
        <p:sp>
          <p:nvSpPr>
            <p:cNvPr id="10" name="CaixaDeTexto 9">
              <a:extLst>
                <a:ext uri="{FF2B5EF4-FFF2-40B4-BE49-F238E27FC236}">
                  <a16:creationId xmlns:a16="http://schemas.microsoft.com/office/drawing/2014/main" id="{20AFF403-938F-F05A-1F30-5257B69FD78D}"/>
                </a:ext>
              </a:extLst>
            </p:cNvPr>
            <p:cNvSpPr txBox="1"/>
            <p:nvPr/>
          </p:nvSpPr>
          <p:spPr>
            <a:xfrm>
              <a:off x="927021" y="4962921"/>
              <a:ext cx="1228473" cy="477054"/>
            </a:xfrm>
            <a:prstGeom prst="rect">
              <a:avLst/>
            </a:prstGeom>
            <a:noFill/>
          </p:spPr>
          <p:txBody>
            <a:bodyPr wrap="square">
              <a:spAutoFit/>
            </a:bodyPr>
            <a:lstStyle/>
            <a:p>
              <a:pPr algn="ctr"/>
              <a:r>
                <a:rPr lang="pt-BR" sz="1400" dirty="0" err="1"/>
                <a:t>Figma</a:t>
              </a:r>
              <a:r>
                <a:rPr lang="pt-BR" sz="1400" dirty="0"/>
                <a:t> </a:t>
              </a:r>
              <a:br>
                <a:rPr lang="pt-BR" sz="1400" dirty="0"/>
              </a:br>
              <a:r>
                <a:rPr lang="pt-BR" sz="1100" dirty="0"/>
                <a:t>Protótipos Alta</a:t>
              </a:r>
            </a:p>
          </p:txBody>
        </p:sp>
      </p:grpSp>
      <p:grpSp>
        <p:nvGrpSpPr>
          <p:cNvPr id="21" name="Agrupar 20">
            <a:extLst>
              <a:ext uri="{FF2B5EF4-FFF2-40B4-BE49-F238E27FC236}">
                <a16:creationId xmlns:a16="http://schemas.microsoft.com/office/drawing/2014/main" id="{CE082F7A-D6D2-06DA-6C6F-0114A3DDB000}"/>
              </a:ext>
            </a:extLst>
          </p:cNvPr>
          <p:cNvGrpSpPr/>
          <p:nvPr/>
        </p:nvGrpSpPr>
        <p:grpSpPr>
          <a:xfrm>
            <a:off x="2788915" y="2634047"/>
            <a:ext cx="1093254" cy="921826"/>
            <a:chOff x="4685755" y="5210720"/>
            <a:chExt cx="1093254" cy="921826"/>
          </a:xfrm>
        </p:grpSpPr>
        <p:pic>
          <p:nvPicPr>
            <p:cNvPr id="9" name="Imagem 8" descr="Ícone&#10;&#10;O conteúdo gerado por IA pode estar incorreto.">
              <a:extLst>
                <a:ext uri="{FF2B5EF4-FFF2-40B4-BE49-F238E27FC236}">
                  <a16:creationId xmlns:a16="http://schemas.microsoft.com/office/drawing/2014/main" id="{46F44286-2E07-7017-44C4-D5F1A9B7F9B7}"/>
                </a:ext>
              </a:extLst>
            </p:cNvPr>
            <p:cNvPicPr>
              <a:picLocks noChangeAspect="1"/>
            </p:cNvPicPr>
            <p:nvPr/>
          </p:nvPicPr>
          <p:blipFill>
            <a:blip r:embed="rId9"/>
            <a:stretch>
              <a:fillRect/>
            </a:stretch>
          </p:blipFill>
          <p:spPr>
            <a:xfrm>
              <a:off x="5023355" y="5210720"/>
              <a:ext cx="463910" cy="499699"/>
            </a:xfrm>
            <a:prstGeom prst="rect">
              <a:avLst/>
            </a:prstGeom>
          </p:spPr>
        </p:pic>
        <p:sp>
          <p:nvSpPr>
            <p:cNvPr id="19" name="CaixaDeTexto 18">
              <a:extLst>
                <a:ext uri="{FF2B5EF4-FFF2-40B4-BE49-F238E27FC236}">
                  <a16:creationId xmlns:a16="http://schemas.microsoft.com/office/drawing/2014/main" id="{81CE7AC2-89E9-1D06-4CBC-C50BF5F11A9E}"/>
                </a:ext>
              </a:extLst>
            </p:cNvPr>
            <p:cNvSpPr txBox="1"/>
            <p:nvPr/>
          </p:nvSpPr>
          <p:spPr>
            <a:xfrm>
              <a:off x="4685755" y="5655492"/>
              <a:ext cx="1093254" cy="477054"/>
            </a:xfrm>
            <a:prstGeom prst="rect">
              <a:avLst/>
            </a:prstGeom>
            <a:noFill/>
          </p:spPr>
          <p:txBody>
            <a:bodyPr wrap="square">
              <a:spAutoFit/>
            </a:bodyPr>
            <a:lstStyle/>
            <a:p>
              <a:pPr algn="ctr"/>
              <a:r>
                <a:rPr lang="pt-BR" sz="1400" dirty="0" err="1"/>
                <a:t>Notion</a:t>
              </a:r>
              <a:r>
                <a:rPr lang="pt-BR" sz="1400" dirty="0"/>
                <a:t> </a:t>
              </a:r>
              <a:br>
                <a:rPr lang="pt-BR" sz="1400" dirty="0"/>
              </a:br>
              <a:r>
                <a:rPr lang="pt-BR" sz="1100" dirty="0"/>
                <a:t>Planejamento</a:t>
              </a:r>
            </a:p>
          </p:txBody>
        </p:sp>
      </p:grpSp>
      <p:grpSp>
        <p:nvGrpSpPr>
          <p:cNvPr id="23" name="Agrupar 22">
            <a:extLst>
              <a:ext uri="{FF2B5EF4-FFF2-40B4-BE49-F238E27FC236}">
                <a16:creationId xmlns:a16="http://schemas.microsoft.com/office/drawing/2014/main" id="{0F1B6945-C0F2-0D16-7511-B56AD9185C68}"/>
              </a:ext>
            </a:extLst>
          </p:cNvPr>
          <p:cNvGrpSpPr/>
          <p:nvPr/>
        </p:nvGrpSpPr>
        <p:grpSpPr>
          <a:xfrm>
            <a:off x="2747878" y="3595159"/>
            <a:ext cx="1186974" cy="1055517"/>
            <a:chOff x="3120585" y="3654423"/>
            <a:chExt cx="1186974" cy="1055517"/>
          </a:xfrm>
        </p:grpSpPr>
        <p:pic>
          <p:nvPicPr>
            <p:cNvPr id="7" name="Imagem 6" descr="Ícone&#10;&#10;O conteúdo gerado por IA pode estar incorreto.">
              <a:extLst>
                <a:ext uri="{FF2B5EF4-FFF2-40B4-BE49-F238E27FC236}">
                  <a16:creationId xmlns:a16="http://schemas.microsoft.com/office/drawing/2014/main" id="{B910ECEA-D4C3-5E95-7FB5-4723BF344F76}"/>
                </a:ext>
              </a:extLst>
            </p:cNvPr>
            <p:cNvPicPr>
              <a:picLocks noChangeAspect="1"/>
            </p:cNvPicPr>
            <p:nvPr/>
          </p:nvPicPr>
          <p:blipFill>
            <a:blip r:embed="rId10"/>
            <a:stretch>
              <a:fillRect/>
            </a:stretch>
          </p:blipFill>
          <p:spPr>
            <a:xfrm>
              <a:off x="3358609" y="3654423"/>
              <a:ext cx="710926" cy="722458"/>
            </a:xfrm>
            <a:prstGeom prst="rect">
              <a:avLst/>
            </a:prstGeom>
          </p:spPr>
        </p:pic>
        <p:sp>
          <p:nvSpPr>
            <p:cNvPr id="22" name="CaixaDeTexto 21">
              <a:extLst>
                <a:ext uri="{FF2B5EF4-FFF2-40B4-BE49-F238E27FC236}">
                  <a16:creationId xmlns:a16="http://schemas.microsoft.com/office/drawing/2014/main" id="{D9888499-D4CF-A6D6-4A95-A90F31437C92}"/>
                </a:ext>
              </a:extLst>
            </p:cNvPr>
            <p:cNvSpPr txBox="1"/>
            <p:nvPr/>
          </p:nvSpPr>
          <p:spPr>
            <a:xfrm>
              <a:off x="3120585" y="4232886"/>
              <a:ext cx="1186974" cy="477054"/>
            </a:xfrm>
            <a:prstGeom prst="rect">
              <a:avLst/>
            </a:prstGeom>
            <a:noFill/>
          </p:spPr>
          <p:txBody>
            <a:bodyPr wrap="square">
              <a:spAutoFit/>
            </a:bodyPr>
            <a:lstStyle/>
            <a:p>
              <a:pPr algn="ctr"/>
              <a:r>
                <a:rPr lang="pt-BR" sz="1400" dirty="0"/>
                <a:t>Github </a:t>
              </a:r>
              <a:br>
                <a:rPr lang="pt-BR" sz="1400" dirty="0"/>
              </a:br>
              <a:r>
                <a:rPr lang="pt-BR" sz="1100" dirty="0"/>
                <a:t>Versionamento</a:t>
              </a:r>
            </a:p>
          </p:txBody>
        </p:sp>
      </p:grpSp>
      <p:grpSp>
        <p:nvGrpSpPr>
          <p:cNvPr id="25" name="Agrupar 24">
            <a:extLst>
              <a:ext uri="{FF2B5EF4-FFF2-40B4-BE49-F238E27FC236}">
                <a16:creationId xmlns:a16="http://schemas.microsoft.com/office/drawing/2014/main" id="{005B27D8-C8A9-F2BA-1E7F-67BB8B5B3F3E}"/>
              </a:ext>
            </a:extLst>
          </p:cNvPr>
          <p:cNvGrpSpPr/>
          <p:nvPr/>
        </p:nvGrpSpPr>
        <p:grpSpPr>
          <a:xfrm>
            <a:off x="3004884" y="4668136"/>
            <a:ext cx="707171" cy="977203"/>
            <a:chOff x="2932755" y="4714899"/>
            <a:chExt cx="707171" cy="977203"/>
          </a:xfrm>
        </p:grpSpPr>
        <p:pic>
          <p:nvPicPr>
            <p:cNvPr id="1026" name="Picture 2" descr="Team Logo Design, Team Logo, Microsoft, Logo Design, ? Logo, Blue, 10 Things, Design">
              <a:extLst>
                <a:ext uri="{FF2B5EF4-FFF2-40B4-BE49-F238E27FC236}">
                  <a16:creationId xmlns:a16="http://schemas.microsoft.com/office/drawing/2014/main" id="{E4F1316C-A5DD-BE98-8D22-68042045619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35183" y="4714899"/>
              <a:ext cx="704743" cy="710750"/>
            </a:xfrm>
            <a:prstGeom prst="rect">
              <a:avLst/>
            </a:prstGeom>
            <a:noFill/>
            <a:extLst>
              <a:ext uri="{909E8E84-426E-40DD-AFC4-6F175D3DCCD1}">
                <a14:hiddenFill xmlns:a14="http://schemas.microsoft.com/office/drawing/2010/main">
                  <a:solidFill>
                    <a:srgbClr val="FFFFFF"/>
                  </a:solidFill>
                </a14:hiddenFill>
              </a:ext>
            </a:extLst>
          </p:spPr>
        </p:pic>
        <p:sp>
          <p:nvSpPr>
            <p:cNvPr id="24" name="CaixaDeTexto 23">
              <a:extLst>
                <a:ext uri="{FF2B5EF4-FFF2-40B4-BE49-F238E27FC236}">
                  <a16:creationId xmlns:a16="http://schemas.microsoft.com/office/drawing/2014/main" id="{14987FDC-2792-F251-F2D9-F3397F1D6597}"/>
                </a:ext>
              </a:extLst>
            </p:cNvPr>
            <p:cNvSpPr txBox="1"/>
            <p:nvPr/>
          </p:nvSpPr>
          <p:spPr>
            <a:xfrm>
              <a:off x="2932755" y="5215048"/>
              <a:ext cx="704743" cy="477054"/>
            </a:xfrm>
            <a:prstGeom prst="rect">
              <a:avLst/>
            </a:prstGeom>
            <a:noFill/>
          </p:spPr>
          <p:txBody>
            <a:bodyPr wrap="square">
              <a:spAutoFit/>
            </a:bodyPr>
            <a:lstStyle/>
            <a:p>
              <a:pPr algn="ctr"/>
              <a:r>
                <a:rPr lang="pt-BR" sz="1400" dirty="0"/>
                <a:t>Teams </a:t>
              </a:r>
              <a:br>
                <a:rPr lang="pt-BR" sz="1400" dirty="0"/>
              </a:br>
              <a:r>
                <a:rPr lang="pt-BR" sz="1100" dirty="0"/>
                <a:t>Tarefas</a:t>
              </a:r>
            </a:p>
          </p:txBody>
        </p:sp>
      </p:grpSp>
      <p:grpSp>
        <p:nvGrpSpPr>
          <p:cNvPr id="48" name="Agrupar 47">
            <a:extLst>
              <a:ext uri="{FF2B5EF4-FFF2-40B4-BE49-F238E27FC236}">
                <a16:creationId xmlns:a16="http://schemas.microsoft.com/office/drawing/2014/main" id="{6E30DF60-BE19-4A12-86B9-3E92EFB1C6CD}"/>
              </a:ext>
            </a:extLst>
          </p:cNvPr>
          <p:cNvGrpSpPr/>
          <p:nvPr/>
        </p:nvGrpSpPr>
        <p:grpSpPr>
          <a:xfrm>
            <a:off x="5217928" y="2618036"/>
            <a:ext cx="1186974" cy="988940"/>
            <a:chOff x="5109025" y="2570891"/>
            <a:chExt cx="1186974" cy="988940"/>
          </a:xfrm>
        </p:grpSpPr>
        <p:pic>
          <p:nvPicPr>
            <p:cNvPr id="18" name="Imagem 17" descr="Placa azul com letras brancas&#10;&#10;O conteúdo gerado por IA pode estar incorreto.">
              <a:extLst>
                <a:ext uri="{FF2B5EF4-FFF2-40B4-BE49-F238E27FC236}">
                  <a16:creationId xmlns:a16="http://schemas.microsoft.com/office/drawing/2014/main" id="{5770EE0F-02D5-0822-B21B-CEEA5181567C}"/>
                </a:ext>
              </a:extLst>
            </p:cNvPr>
            <p:cNvPicPr>
              <a:picLocks noChangeAspect="1"/>
            </p:cNvPicPr>
            <p:nvPr/>
          </p:nvPicPr>
          <p:blipFill>
            <a:blip r:embed="rId12"/>
            <a:stretch>
              <a:fillRect/>
            </a:stretch>
          </p:blipFill>
          <p:spPr>
            <a:xfrm>
              <a:off x="5380929" y="2570891"/>
              <a:ext cx="608504" cy="608068"/>
            </a:xfrm>
            <a:prstGeom prst="rect">
              <a:avLst/>
            </a:prstGeom>
          </p:spPr>
        </p:pic>
        <p:sp>
          <p:nvSpPr>
            <p:cNvPr id="26" name="CaixaDeTexto 25">
              <a:extLst>
                <a:ext uri="{FF2B5EF4-FFF2-40B4-BE49-F238E27FC236}">
                  <a16:creationId xmlns:a16="http://schemas.microsoft.com/office/drawing/2014/main" id="{E3A51AE0-F43B-BD45-335D-A19CBEF644C7}"/>
                </a:ext>
              </a:extLst>
            </p:cNvPr>
            <p:cNvSpPr txBox="1"/>
            <p:nvPr/>
          </p:nvSpPr>
          <p:spPr>
            <a:xfrm>
              <a:off x="5109025" y="3082777"/>
              <a:ext cx="1186974" cy="477054"/>
            </a:xfrm>
            <a:prstGeom prst="rect">
              <a:avLst/>
            </a:prstGeom>
            <a:noFill/>
          </p:spPr>
          <p:txBody>
            <a:bodyPr wrap="square">
              <a:spAutoFit/>
            </a:bodyPr>
            <a:lstStyle/>
            <a:p>
              <a:pPr algn="ctr"/>
              <a:r>
                <a:rPr lang="pt-BR" sz="1400" dirty="0"/>
                <a:t>Word </a:t>
              </a:r>
              <a:br>
                <a:rPr lang="pt-BR" sz="1400" dirty="0"/>
              </a:br>
              <a:r>
                <a:rPr lang="pt-BR" sz="1100" dirty="0"/>
                <a:t>Documentação</a:t>
              </a:r>
            </a:p>
          </p:txBody>
        </p:sp>
      </p:grpSp>
      <p:grpSp>
        <p:nvGrpSpPr>
          <p:cNvPr id="49" name="Agrupar 48">
            <a:extLst>
              <a:ext uri="{FF2B5EF4-FFF2-40B4-BE49-F238E27FC236}">
                <a16:creationId xmlns:a16="http://schemas.microsoft.com/office/drawing/2014/main" id="{9017DBF5-1273-C47F-DF05-1BF899AC1832}"/>
              </a:ext>
            </a:extLst>
          </p:cNvPr>
          <p:cNvGrpSpPr/>
          <p:nvPr/>
        </p:nvGrpSpPr>
        <p:grpSpPr>
          <a:xfrm>
            <a:off x="3921539" y="3661902"/>
            <a:ext cx="1385389" cy="928830"/>
            <a:chOff x="5070274" y="4571735"/>
            <a:chExt cx="1385389" cy="928830"/>
          </a:xfrm>
        </p:grpSpPr>
        <p:pic>
          <p:nvPicPr>
            <p:cNvPr id="15" name="Imagem 14">
              <a:extLst>
                <a:ext uri="{FF2B5EF4-FFF2-40B4-BE49-F238E27FC236}">
                  <a16:creationId xmlns:a16="http://schemas.microsoft.com/office/drawing/2014/main" id="{655FE6F5-27B0-C86B-815A-CF6E510F52CF}"/>
                </a:ext>
              </a:extLst>
            </p:cNvPr>
            <p:cNvPicPr>
              <a:picLocks noChangeAspect="1"/>
            </p:cNvPicPr>
            <p:nvPr/>
          </p:nvPicPr>
          <p:blipFill>
            <a:blip r:embed="rId13"/>
            <a:stretch>
              <a:fillRect/>
            </a:stretch>
          </p:blipFill>
          <p:spPr>
            <a:xfrm>
              <a:off x="5429729" y="4571735"/>
              <a:ext cx="510904" cy="510537"/>
            </a:xfrm>
            <a:prstGeom prst="rect">
              <a:avLst/>
            </a:prstGeom>
          </p:spPr>
        </p:pic>
        <p:sp>
          <p:nvSpPr>
            <p:cNvPr id="27" name="CaixaDeTexto 26">
              <a:extLst>
                <a:ext uri="{FF2B5EF4-FFF2-40B4-BE49-F238E27FC236}">
                  <a16:creationId xmlns:a16="http://schemas.microsoft.com/office/drawing/2014/main" id="{81BBBDC6-DE9D-D80C-1421-1D073CC1884B}"/>
                </a:ext>
              </a:extLst>
            </p:cNvPr>
            <p:cNvSpPr txBox="1"/>
            <p:nvPr/>
          </p:nvSpPr>
          <p:spPr>
            <a:xfrm>
              <a:off x="5070274" y="5023511"/>
              <a:ext cx="1385389" cy="477054"/>
            </a:xfrm>
            <a:prstGeom prst="rect">
              <a:avLst/>
            </a:prstGeom>
            <a:noFill/>
          </p:spPr>
          <p:txBody>
            <a:bodyPr wrap="square">
              <a:spAutoFit/>
            </a:bodyPr>
            <a:lstStyle/>
            <a:p>
              <a:pPr algn="ctr"/>
              <a:r>
                <a:rPr lang="pt-BR" sz="1400" dirty="0"/>
                <a:t>Bloco de notas </a:t>
              </a:r>
              <a:br>
                <a:rPr lang="pt-BR" sz="1400" dirty="0"/>
              </a:br>
              <a:r>
                <a:rPr lang="pt-BR" sz="1100" dirty="0"/>
                <a:t>Sprints</a:t>
              </a:r>
            </a:p>
          </p:txBody>
        </p:sp>
      </p:grpSp>
      <p:grpSp>
        <p:nvGrpSpPr>
          <p:cNvPr id="50" name="Agrupar 49">
            <a:extLst>
              <a:ext uri="{FF2B5EF4-FFF2-40B4-BE49-F238E27FC236}">
                <a16:creationId xmlns:a16="http://schemas.microsoft.com/office/drawing/2014/main" id="{4F1D5A6F-2E27-E55C-60F6-56010B9E2D01}"/>
              </a:ext>
            </a:extLst>
          </p:cNvPr>
          <p:cNvGrpSpPr/>
          <p:nvPr/>
        </p:nvGrpSpPr>
        <p:grpSpPr>
          <a:xfrm>
            <a:off x="4041797" y="4771211"/>
            <a:ext cx="1186974" cy="940631"/>
            <a:chOff x="7124430" y="3886372"/>
            <a:chExt cx="1186974" cy="940631"/>
          </a:xfrm>
        </p:grpSpPr>
        <p:pic>
          <p:nvPicPr>
            <p:cNvPr id="17" name="Imagem 16" descr="Ícone&#10;&#10;O conteúdo gerado por IA pode estar incorreto.">
              <a:extLst>
                <a:ext uri="{FF2B5EF4-FFF2-40B4-BE49-F238E27FC236}">
                  <a16:creationId xmlns:a16="http://schemas.microsoft.com/office/drawing/2014/main" id="{69D1EE03-F624-EC53-AD3A-FE05DC0AB057}"/>
                </a:ext>
              </a:extLst>
            </p:cNvPr>
            <p:cNvPicPr>
              <a:picLocks noChangeAspect="1"/>
            </p:cNvPicPr>
            <p:nvPr/>
          </p:nvPicPr>
          <p:blipFill>
            <a:blip r:embed="rId14"/>
            <a:stretch>
              <a:fillRect/>
            </a:stretch>
          </p:blipFill>
          <p:spPr>
            <a:xfrm>
              <a:off x="7473913" y="3886372"/>
              <a:ext cx="488008" cy="463577"/>
            </a:xfrm>
            <a:prstGeom prst="rect">
              <a:avLst/>
            </a:prstGeom>
          </p:spPr>
        </p:pic>
        <p:sp>
          <p:nvSpPr>
            <p:cNvPr id="29" name="CaixaDeTexto 28">
              <a:extLst>
                <a:ext uri="{FF2B5EF4-FFF2-40B4-BE49-F238E27FC236}">
                  <a16:creationId xmlns:a16="http://schemas.microsoft.com/office/drawing/2014/main" id="{CD99AAC7-3038-3B0F-818C-9781E3440800}"/>
                </a:ext>
              </a:extLst>
            </p:cNvPr>
            <p:cNvSpPr txBox="1"/>
            <p:nvPr/>
          </p:nvSpPr>
          <p:spPr>
            <a:xfrm>
              <a:off x="7124430" y="4349949"/>
              <a:ext cx="1186974" cy="477054"/>
            </a:xfrm>
            <a:prstGeom prst="rect">
              <a:avLst/>
            </a:prstGeom>
            <a:noFill/>
          </p:spPr>
          <p:txBody>
            <a:bodyPr wrap="square">
              <a:spAutoFit/>
            </a:bodyPr>
            <a:lstStyle/>
            <a:p>
              <a:pPr algn="ctr"/>
              <a:r>
                <a:rPr lang="pt-BR" sz="1400" dirty="0" err="1"/>
                <a:t>Discord</a:t>
              </a:r>
              <a:r>
                <a:rPr lang="pt-BR" sz="1400" dirty="0"/>
                <a:t> </a:t>
              </a:r>
              <a:br>
                <a:rPr lang="pt-BR" sz="1400" dirty="0"/>
              </a:br>
              <a:r>
                <a:rPr lang="pt-BR" sz="1100" dirty="0"/>
                <a:t>Comunicação</a:t>
              </a:r>
            </a:p>
          </p:txBody>
        </p:sp>
      </p:grpSp>
      <p:grpSp>
        <p:nvGrpSpPr>
          <p:cNvPr id="47" name="Agrupar 46">
            <a:extLst>
              <a:ext uri="{FF2B5EF4-FFF2-40B4-BE49-F238E27FC236}">
                <a16:creationId xmlns:a16="http://schemas.microsoft.com/office/drawing/2014/main" id="{606E9D89-EF93-6A8D-EDAC-FB8E3CE45AD9}"/>
              </a:ext>
            </a:extLst>
          </p:cNvPr>
          <p:cNvGrpSpPr/>
          <p:nvPr/>
        </p:nvGrpSpPr>
        <p:grpSpPr>
          <a:xfrm>
            <a:off x="3973840" y="2624498"/>
            <a:ext cx="1186974" cy="1006042"/>
            <a:chOff x="6391318" y="2577858"/>
            <a:chExt cx="1186974" cy="1006042"/>
          </a:xfrm>
        </p:grpSpPr>
        <p:pic>
          <p:nvPicPr>
            <p:cNvPr id="45" name="Imagem 44">
              <a:extLst>
                <a:ext uri="{FF2B5EF4-FFF2-40B4-BE49-F238E27FC236}">
                  <a16:creationId xmlns:a16="http://schemas.microsoft.com/office/drawing/2014/main" id="{6FBA35CB-33AC-0BC8-4FDF-E723D9B59135}"/>
                </a:ext>
              </a:extLst>
            </p:cNvPr>
            <p:cNvPicPr>
              <a:picLocks noChangeAspect="1"/>
            </p:cNvPicPr>
            <p:nvPr/>
          </p:nvPicPr>
          <p:blipFill>
            <a:blip r:embed="rId15"/>
            <a:stretch>
              <a:fillRect/>
            </a:stretch>
          </p:blipFill>
          <p:spPr>
            <a:xfrm>
              <a:off x="6740801" y="2577858"/>
              <a:ext cx="488008" cy="488008"/>
            </a:xfrm>
            <a:prstGeom prst="rect">
              <a:avLst/>
            </a:prstGeom>
          </p:spPr>
        </p:pic>
        <p:sp>
          <p:nvSpPr>
            <p:cNvPr id="46" name="CaixaDeTexto 45">
              <a:extLst>
                <a:ext uri="{FF2B5EF4-FFF2-40B4-BE49-F238E27FC236}">
                  <a16:creationId xmlns:a16="http://schemas.microsoft.com/office/drawing/2014/main" id="{84F19A38-90F1-A583-960E-4E6FDA9A63F2}"/>
                </a:ext>
              </a:extLst>
            </p:cNvPr>
            <p:cNvSpPr txBox="1"/>
            <p:nvPr/>
          </p:nvSpPr>
          <p:spPr>
            <a:xfrm>
              <a:off x="6391318" y="3106846"/>
              <a:ext cx="1186974" cy="477054"/>
            </a:xfrm>
            <a:prstGeom prst="rect">
              <a:avLst/>
            </a:prstGeom>
            <a:noFill/>
          </p:spPr>
          <p:txBody>
            <a:bodyPr wrap="square">
              <a:spAutoFit/>
            </a:bodyPr>
            <a:lstStyle/>
            <a:p>
              <a:pPr algn="ctr"/>
              <a:r>
                <a:rPr lang="pt-BR" sz="1400" dirty="0"/>
                <a:t>Whatsapp </a:t>
              </a:r>
              <a:br>
                <a:rPr lang="pt-BR" sz="1400" dirty="0"/>
              </a:br>
              <a:r>
                <a:rPr lang="pt-BR" sz="1100" dirty="0"/>
                <a:t>Comunicação</a:t>
              </a:r>
            </a:p>
          </p:txBody>
        </p:sp>
      </p:grpSp>
      <p:grpSp>
        <p:nvGrpSpPr>
          <p:cNvPr id="52" name="Agrupar 51">
            <a:extLst>
              <a:ext uri="{FF2B5EF4-FFF2-40B4-BE49-F238E27FC236}">
                <a16:creationId xmlns:a16="http://schemas.microsoft.com/office/drawing/2014/main" id="{E2D6DAF9-65E7-C967-6894-C1DF3A6B5D73}"/>
              </a:ext>
            </a:extLst>
          </p:cNvPr>
          <p:cNvGrpSpPr/>
          <p:nvPr/>
        </p:nvGrpSpPr>
        <p:grpSpPr>
          <a:xfrm>
            <a:off x="5056227" y="4585681"/>
            <a:ext cx="1186974" cy="1092501"/>
            <a:chOff x="5320740" y="4191959"/>
            <a:chExt cx="1186974" cy="1092501"/>
          </a:xfrm>
        </p:grpSpPr>
        <p:pic>
          <p:nvPicPr>
            <p:cNvPr id="1032" name="Picture 8">
              <a:extLst>
                <a:ext uri="{FF2B5EF4-FFF2-40B4-BE49-F238E27FC236}">
                  <a16:creationId xmlns:a16="http://schemas.microsoft.com/office/drawing/2014/main" id="{7B4833E3-A929-6594-1D42-D54C02DD124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73098" y="4191959"/>
              <a:ext cx="435991" cy="435991"/>
            </a:xfrm>
            <a:prstGeom prst="rect">
              <a:avLst/>
            </a:prstGeom>
            <a:noFill/>
            <a:extLst>
              <a:ext uri="{909E8E84-426E-40DD-AFC4-6F175D3DCCD1}">
                <a14:hiddenFill xmlns:a14="http://schemas.microsoft.com/office/drawing/2010/main">
                  <a:solidFill>
                    <a:srgbClr val="FFFFFF"/>
                  </a:solidFill>
                </a14:hiddenFill>
              </a:ext>
            </a:extLst>
          </p:spPr>
        </p:pic>
        <p:sp>
          <p:nvSpPr>
            <p:cNvPr id="51" name="CaixaDeTexto 50">
              <a:extLst>
                <a:ext uri="{FF2B5EF4-FFF2-40B4-BE49-F238E27FC236}">
                  <a16:creationId xmlns:a16="http://schemas.microsoft.com/office/drawing/2014/main" id="{7688DC5C-FA3E-3BB5-4B66-2EE5E5676EB6}"/>
                </a:ext>
              </a:extLst>
            </p:cNvPr>
            <p:cNvSpPr txBox="1"/>
            <p:nvPr/>
          </p:nvSpPr>
          <p:spPr>
            <a:xfrm>
              <a:off x="5320740" y="4591963"/>
              <a:ext cx="1186974" cy="692497"/>
            </a:xfrm>
            <a:prstGeom prst="rect">
              <a:avLst/>
            </a:prstGeom>
            <a:noFill/>
          </p:spPr>
          <p:txBody>
            <a:bodyPr wrap="square">
              <a:spAutoFit/>
            </a:bodyPr>
            <a:lstStyle/>
            <a:p>
              <a:pPr algn="ctr"/>
              <a:r>
                <a:rPr lang="pt-BR" sz="1400" dirty="0"/>
                <a:t>Visual Studio </a:t>
              </a:r>
              <a:r>
                <a:rPr lang="pt-BR" sz="1400" dirty="0" err="1"/>
                <a:t>Code</a:t>
              </a:r>
              <a:r>
                <a:rPr lang="pt-BR" sz="1400" dirty="0"/>
                <a:t> </a:t>
              </a:r>
              <a:br>
                <a:rPr lang="pt-BR" sz="1400" dirty="0"/>
              </a:br>
              <a:r>
                <a:rPr lang="pt-BR" sz="1100" dirty="0"/>
                <a:t>Programar</a:t>
              </a:r>
            </a:p>
          </p:txBody>
        </p:sp>
      </p:grpSp>
      <p:grpSp>
        <p:nvGrpSpPr>
          <p:cNvPr id="54" name="Agrupar 53">
            <a:extLst>
              <a:ext uri="{FF2B5EF4-FFF2-40B4-BE49-F238E27FC236}">
                <a16:creationId xmlns:a16="http://schemas.microsoft.com/office/drawing/2014/main" id="{E423A377-B91D-031D-9386-408310AEB012}"/>
              </a:ext>
            </a:extLst>
          </p:cNvPr>
          <p:cNvGrpSpPr/>
          <p:nvPr/>
        </p:nvGrpSpPr>
        <p:grpSpPr>
          <a:xfrm>
            <a:off x="6420140" y="4485506"/>
            <a:ext cx="1320339" cy="1159494"/>
            <a:chOff x="6305756" y="4172439"/>
            <a:chExt cx="1320339" cy="1159494"/>
          </a:xfrm>
        </p:grpSpPr>
        <p:pic>
          <p:nvPicPr>
            <p:cNvPr id="1036" name="Picture 12" descr="MySQL Workbench (@MySQLWorkbench) / Posts / X">
              <a:extLst>
                <a:ext uri="{FF2B5EF4-FFF2-40B4-BE49-F238E27FC236}">
                  <a16:creationId xmlns:a16="http://schemas.microsoft.com/office/drawing/2014/main" id="{37D70AEE-F1D7-4F72-56E1-9104F6C05B48}"/>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51555" y="4172439"/>
              <a:ext cx="510904" cy="510904"/>
            </a:xfrm>
            <a:prstGeom prst="rect">
              <a:avLst/>
            </a:prstGeom>
            <a:noFill/>
            <a:extLst>
              <a:ext uri="{909E8E84-426E-40DD-AFC4-6F175D3DCCD1}">
                <a14:hiddenFill xmlns:a14="http://schemas.microsoft.com/office/drawing/2010/main">
                  <a:solidFill>
                    <a:srgbClr val="FFFFFF"/>
                  </a:solidFill>
                </a14:hiddenFill>
              </a:ext>
            </a:extLst>
          </p:spPr>
        </p:pic>
        <p:sp>
          <p:nvSpPr>
            <p:cNvPr id="53" name="CaixaDeTexto 52">
              <a:extLst>
                <a:ext uri="{FF2B5EF4-FFF2-40B4-BE49-F238E27FC236}">
                  <a16:creationId xmlns:a16="http://schemas.microsoft.com/office/drawing/2014/main" id="{050074FA-A0F8-7340-49DC-4AD586E23998}"/>
                </a:ext>
              </a:extLst>
            </p:cNvPr>
            <p:cNvSpPr txBox="1"/>
            <p:nvPr/>
          </p:nvSpPr>
          <p:spPr>
            <a:xfrm>
              <a:off x="6305756" y="4639436"/>
              <a:ext cx="1320339" cy="692497"/>
            </a:xfrm>
            <a:prstGeom prst="rect">
              <a:avLst/>
            </a:prstGeom>
            <a:noFill/>
          </p:spPr>
          <p:txBody>
            <a:bodyPr wrap="square">
              <a:spAutoFit/>
            </a:bodyPr>
            <a:lstStyle/>
            <a:p>
              <a:pPr algn="ctr"/>
              <a:r>
                <a:rPr lang="pt-BR" sz="1400" dirty="0"/>
                <a:t>MySQL</a:t>
              </a:r>
            </a:p>
            <a:p>
              <a:pPr algn="ctr"/>
              <a:r>
                <a:rPr lang="pt-BR" sz="1400" dirty="0"/>
                <a:t>Workbench</a:t>
              </a:r>
              <a:br>
                <a:rPr lang="pt-BR" sz="1400" dirty="0"/>
              </a:br>
              <a:r>
                <a:rPr lang="pt-BR" sz="1100" dirty="0"/>
                <a:t>Banco de dados</a:t>
              </a:r>
            </a:p>
          </p:txBody>
        </p:sp>
      </p:grpSp>
      <p:pic>
        <p:nvPicPr>
          <p:cNvPr id="31" name="Gráfico 30">
            <a:extLst>
              <a:ext uri="{FF2B5EF4-FFF2-40B4-BE49-F238E27FC236}">
                <a16:creationId xmlns:a16="http://schemas.microsoft.com/office/drawing/2014/main" id="{61DED718-91B3-12AE-3A4B-CE80C706551C}"/>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74082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15</a:t>
            </a:fld>
            <a:endParaRPr lang="pt-BR" noProof="0"/>
          </a:p>
        </p:txBody>
      </p:sp>
      <p:sp>
        <p:nvSpPr>
          <p:cNvPr id="5" name="Espaço reservado para conteúdo 13">
            <a:extLst>
              <a:ext uri="{FF2B5EF4-FFF2-40B4-BE49-F238E27FC236}">
                <a16:creationId xmlns:a16="http://schemas.microsoft.com/office/drawing/2014/main" id="{00D5599C-F27A-985B-0D0A-BFDAB1066500}"/>
              </a:ext>
            </a:extLst>
          </p:cNvPr>
          <p:cNvSpPr txBox="1">
            <a:spLocks/>
          </p:cNvSpPr>
          <p:nvPr/>
        </p:nvSpPr>
        <p:spPr>
          <a:xfrm>
            <a:off x="1053851" y="2237285"/>
            <a:ext cx="6397053" cy="4184561"/>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nSpc>
                <a:spcPct val="110000"/>
              </a:lnSpc>
              <a:buNone/>
            </a:pPr>
            <a:r>
              <a:rPr lang="pt-BR" sz="2200" b="1" dirty="0"/>
              <a:t>Requisitos não funcionais:</a:t>
            </a:r>
          </a:p>
          <a:p>
            <a:pPr marL="246380" indent="-246380" algn="just">
              <a:buFont typeface="Euphemia,Sans-Serif" pitchFamily="34" charset="0"/>
            </a:pPr>
            <a:r>
              <a:rPr lang="pt-BR" sz="1500" b="1" dirty="0">
                <a:ea typeface="+mn-lt"/>
                <a:cs typeface="Arial"/>
              </a:rPr>
              <a:t>Desempenho</a:t>
            </a:r>
            <a:r>
              <a:rPr lang="pt-BR" sz="1500" dirty="0">
                <a:ea typeface="+mn-lt"/>
                <a:cs typeface="Arial"/>
              </a:rPr>
              <a:t> – Correção rápida das redações  e consumo otimizado de recursos do sistema.</a:t>
            </a:r>
          </a:p>
          <a:p>
            <a:pPr marL="246380" indent="-246380" algn="just">
              <a:buFont typeface="Euphemia,Sans-Serif" pitchFamily="34" charset="0"/>
            </a:pPr>
            <a:r>
              <a:rPr lang="pt-BR" sz="1500" b="1" dirty="0">
                <a:ea typeface="+mn-lt"/>
                <a:cs typeface="Arial"/>
              </a:rPr>
              <a:t>Praticidade</a:t>
            </a:r>
            <a:r>
              <a:rPr lang="pt-BR" sz="1500" dirty="0">
                <a:ea typeface="+mn-lt"/>
                <a:cs typeface="Arial"/>
              </a:rPr>
              <a:t> – Menus com fácil identificação e acesso rápido às funções, evitando processos longos e complicados.</a:t>
            </a:r>
            <a:endParaRPr lang="en-US" sz="1500" dirty="0">
              <a:cs typeface="Arial"/>
            </a:endParaRPr>
          </a:p>
          <a:p>
            <a:pPr marL="246380" indent="-246380" algn="just">
              <a:buFont typeface="Euphemia,Sans-Serif" pitchFamily="34" charset="0"/>
            </a:pPr>
            <a:r>
              <a:rPr lang="pt-BR" sz="1500" b="1" dirty="0">
                <a:ea typeface="+mn-lt"/>
                <a:cs typeface="Arial"/>
              </a:rPr>
              <a:t>Acessibilidade</a:t>
            </a:r>
            <a:r>
              <a:rPr lang="pt-BR" sz="1500" dirty="0">
                <a:ea typeface="+mn-lt"/>
                <a:cs typeface="Arial"/>
              </a:rPr>
              <a:t> – Aumento de fonte e contraste de cores, garantindo que todos possam utilizar o sistema.</a:t>
            </a:r>
            <a:endParaRPr lang="pt-BR" sz="1500" dirty="0">
              <a:cs typeface="Arial"/>
            </a:endParaRPr>
          </a:p>
          <a:p>
            <a:pPr marL="246380" indent="-246380" algn="just">
              <a:buFont typeface="Euphemia,Sans-Serif" pitchFamily="34" charset="0"/>
            </a:pPr>
            <a:r>
              <a:rPr lang="pt-BR" sz="1500" b="1" dirty="0">
                <a:ea typeface="+mn-lt"/>
                <a:cs typeface="Arial"/>
              </a:rPr>
              <a:t>Segurança </a:t>
            </a:r>
            <a:r>
              <a:rPr lang="pt-BR" sz="1500" dirty="0">
                <a:ea typeface="+mn-lt"/>
                <a:cs typeface="Arial"/>
              </a:rPr>
              <a:t>– Proteção dos dados e controle de acesso dos usuários, por meio de autenticações e permissões.</a:t>
            </a:r>
            <a:endParaRPr lang="pt-BR" sz="1500" dirty="0">
              <a:cs typeface="Arial"/>
            </a:endParaRPr>
          </a:p>
          <a:p>
            <a:pPr marL="246380" indent="-246380" algn="just">
              <a:buFont typeface="Euphemia,Sans-Serif" pitchFamily="34" charset="0"/>
            </a:pPr>
            <a:r>
              <a:rPr lang="pt-BR" sz="1500" b="1" dirty="0">
                <a:ea typeface="+mn-lt"/>
                <a:cs typeface="Arial"/>
              </a:rPr>
              <a:t>Disponibilidade</a:t>
            </a:r>
            <a:r>
              <a:rPr lang="pt-BR" sz="1500" dirty="0">
                <a:ea typeface="+mn-lt"/>
                <a:cs typeface="Arial"/>
              </a:rPr>
              <a:t> – Sistema sempre acessível, independentemente do local, considerando limitações de conexão à internet.</a:t>
            </a:r>
            <a:endParaRPr lang="pt-BR" sz="1500" dirty="0">
              <a:cs typeface="Arial"/>
            </a:endParaRPr>
          </a:p>
          <a:p>
            <a:pPr marL="246380" indent="-246380" algn="just">
              <a:buFont typeface="Euphemia,Sans-Serif" pitchFamily="34" charset="0"/>
            </a:pPr>
            <a:r>
              <a:rPr lang="pt-BR" sz="1500" b="1" dirty="0">
                <a:ea typeface="+mn-lt"/>
                <a:cs typeface="Arial"/>
              </a:rPr>
              <a:t>Compatibilidade</a:t>
            </a:r>
            <a:r>
              <a:rPr lang="pt-BR" sz="1500" dirty="0">
                <a:ea typeface="+mn-lt"/>
                <a:cs typeface="Arial"/>
              </a:rPr>
              <a:t> – Sistema disponível para web e Android, adaptando-se às versões utilizadas pelo público-alvo.</a:t>
            </a:r>
            <a:endParaRPr lang="pt-BR" sz="1500" dirty="0"/>
          </a:p>
          <a:p>
            <a:pPr marL="246380" indent="-246380">
              <a:buFont typeface="Euphemia,Sans-Serif" pitchFamily="34" charset="0"/>
            </a:pPr>
            <a:endParaRPr lang="pt-BR" sz="1500" dirty="0">
              <a:latin typeface="Arial"/>
              <a:cs typeface="Arial"/>
            </a:endParaRPr>
          </a:p>
          <a:p>
            <a:pPr marL="246380" indent="-246380"/>
            <a:endParaRPr lang="pt-BR" sz="1600" dirty="0">
              <a:latin typeface="Arial"/>
              <a:ea typeface="+mn-lt"/>
              <a:cs typeface="Arial"/>
            </a:endParaRPr>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27" name="Imagem 26">
            <a:extLst>
              <a:ext uri="{FF2B5EF4-FFF2-40B4-BE49-F238E27FC236}">
                <a16:creationId xmlns:a16="http://schemas.microsoft.com/office/drawing/2014/main" id="{05541626-1CA6-504F-3EDF-9F736043BFD0}"/>
              </a:ext>
            </a:extLst>
          </p:cNvPr>
          <p:cNvPicPr>
            <a:picLocks noChangeAspect="1"/>
          </p:cNvPicPr>
          <p:nvPr/>
        </p:nvPicPr>
        <p:blipFill>
          <a:blip r:embed="rId3"/>
          <a:stretch>
            <a:fillRect/>
          </a:stretch>
        </p:blipFill>
        <p:spPr>
          <a:xfrm>
            <a:off x="7930451" y="2488051"/>
            <a:ext cx="2160000" cy="2160000"/>
          </a:xfrm>
          <a:prstGeom prst="rect">
            <a:avLst/>
          </a:prstGeom>
          <a:effectLst>
            <a:reflection blurRad="6350" stA="52000" endA="300" endPos="35000" dir="5400000" sy="-100000" algn="bl" rotWithShape="0"/>
          </a:effectLst>
        </p:spPr>
      </p:pic>
      <p:grpSp>
        <p:nvGrpSpPr>
          <p:cNvPr id="35" name="Agrupar 34">
            <a:extLst>
              <a:ext uri="{FF2B5EF4-FFF2-40B4-BE49-F238E27FC236}">
                <a16:creationId xmlns:a16="http://schemas.microsoft.com/office/drawing/2014/main" id="{9619CBB2-E079-4954-CA6B-FBF0FE1F9C96}"/>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3754AFC5-FE47-BB8B-ACC0-D7D94481DF14}"/>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A1B9E801-636A-0289-2494-6053728B2F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1A9D6BDB-3072-4F48-0E69-DF93B7B59416}"/>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7ADC3F36-EAB3-A341-CE99-F3E5F30E6410}"/>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C3B39CCC-E829-A4FF-A2BA-48F78C4AF6D3}"/>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2A78ACD3-2E0C-8987-75AB-0400A6B9D46C}"/>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2" name="Espaço Reservado para Rodapé 6">
            <a:extLst>
              <a:ext uri="{FF2B5EF4-FFF2-40B4-BE49-F238E27FC236}">
                <a16:creationId xmlns:a16="http://schemas.microsoft.com/office/drawing/2014/main" id="{857EF5AE-69CA-168B-1B26-DFA8AB74EF40}"/>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7" name="CaixaDeTexto 6">
            <a:extLst>
              <a:ext uri="{FF2B5EF4-FFF2-40B4-BE49-F238E27FC236}">
                <a16:creationId xmlns:a16="http://schemas.microsoft.com/office/drawing/2014/main" id="{3477707E-D469-BEA9-F8B6-E016692EDDBF}"/>
              </a:ext>
            </a:extLst>
          </p:cNvPr>
          <p:cNvSpPr txBox="1"/>
          <p:nvPr/>
        </p:nvSpPr>
        <p:spPr>
          <a:xfrm>
            <a:off x="8001000" y="5371396"/>
            <a:ext cx="2089451" cy="261610"/>
          </a:xfrm>
          <a:prstGeom prst="rect">
            <a:avLst/>
          </a:prstGeom>
          <a:noFill/>
        </p:spPr>
        <p:txBody>
          <a:bodyPr wrap="square">
            <a:spAutoFit/>
          </a:bodyPr>
          <a:lstStyle/>
          <a:p>
            <a:pPr marL="0" lvl="1" algn="ctr"/>
            <a:r>
              <a:rPr lang="pt-BR" sz="1100" b="1" dirty="0"/>
              <a:t>Fonte: </a:t>
            </a:r>
            <a:r>
              <a:rPr lang="pt-BR" sz="1100" dirty="0"/>
              <a:t>FREEPIK</a:t>
            </a:r>
          </a:p>
        </p:txBody>
      </p:sp>
      <p:pic>
        <p:nvPicPr>
          <p:cNvPr id="2" name="Gráfico 1">
            <a:extLst>
              <a:ext uri="{FF2B5EF4-FFF2-40B4-BE49-F238E27FC236}">
                <a16:creationId xmlns:a16="http://schemas.microsoft.com/office/drawing/2014/main" id="{48FB866C-9475-0C1D-66C2-5DDC7F6AC58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388157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16</a:t>
            </a:fld>
            <a:endParaRPr lang="pt-BR" noProof="0"/>
          </a:p>
        </p:txBody>
      </p:sp>
      <p:sp>
        <p:nvSpPr>
          <p:cNvPr id="5" name="Espaço reservado para conteúdo 13">
            <a:extLst>
              <a:ext uri="{FF2B5EF4-FFF2-40B4-BE49-F238E27FC236}">
                <a16:creationId xmlns:a16="http://schemas.microsoft.com/office/drawing/2014/main" id="{00D5599C-F27A-985B-0D0A-BFDAB1066500}"/>
              </a:ext>
            </a:extLst>
          </p:cNvPr>
          <p:cNvSpPr txBox="1">
            <a:spLocks/>
          </p:cNvSpPr>
          <p:nvPr/>
        </p:nvSpPr>
        <p:spPr>
          <a:xfrm>
            <a:off x="1038303" y="2262300"/>
            <a:ext cx="9333648" cy="415484"/>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lvl="0" indent="0">
              <a:buNone/>
            </a:pPr>
            <a:r>
              <a:rPr lang="pt-BR" sz="2000" b="1" dirty="0">
                <a:solidFill>
                  <a:srgbClr val="465562"/>
                </a:solidFill>
                <a:latin typeface="+mj-lt"/>
                <a:cs typeface="Arial"/>
              </a:rPr>
              <a:t>Requisitos Funcionais: </a:t>
            </a:r>
          </a:p>
          <a:p>
            <a:pPr marL="246380" indent="-246380"/>
            <a:endParaRPr lang="pt-BR" sz="3600" dirty="0">
              <a:latin typeface="Arial" panose="020B0604020202020204" pitchFamily="34" charset="0"/>
              <a:cs typeface="Arial" panose="020B0604020202020204" pitchFamily="34" charset="0"/>
            </a:endParaRPr>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4" name="Rectangle 3">
            <a:extLst>
              <a:ext uri="{FF2B5EF4-FFF2-40B4-BE49-F238E27FC236}">
                <a16:creationId xmlns:a16="http://schemas.microsoft.com/office/drawing/2014/main" id="{01BDD856-64F1-4001-ADA4-82E7E53FA5E1}"/>
              </a:ext>
            </a:extLst>
          </p:cNvPr>
          <p:cNvSpPr>
            <a:spLocks noChangeArrowheads="1"/>
          </p:cNvSpPr>
          <p:nvPr/>
        </p:nvSpPr>
        <p:spPr bwMode="auto">
          <a:xfrm>
            <a:off x="1052830" y="4339257"/>
            <a:ext cx="971396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Pct val="42000"/>
              <a:buFont typeface="Wingdings" panose="05000000000000000000" pitchFamily="2" charset="2"/>
              <a:buChar char="Ø"/>
              <a:tabLst/>
            </a:pPr>
            <a:endParaRPr lang="pt-BR" altLang="pt-BR" sz="1600" b="0" i="0" u="none" strike="noStrike" cap="none" normalizeH="0" baseline="0">
              <a:ln>
                <a:noFill/>
              </a:ln>
              <a:effectLst/>
              <a:latin typeface="Arial"/>
              <a:cs typeface="Arial"/>
            </a:endParaRPr>
          </a:p>
        </p:txBody>
      </p:sp>
      <p:grpSp>
        <p:nvGrpSpPr>
          <p:cNvPr id="42" name="Agrupar 41">
            <a:extLst>
              <a:ext uri="{FF2B5EF4-FFF2-40B4-BE49-F238E27FC236}">
                <a16:creationId xmlns:a16="http://schemas.microsoft.com/office/drawing/2014/main" id="{5CD3C3DA-3A86-0277-47A4-55EC293F6F2C}"/>
              </a:ext>
            </a:extLst>
          </p:cNvPr>
          <p:cNvGrpSpPr/>
          <p:nvPr/>
        </p:nvGrpSpPr>
        <p:grpSpPr>
          <a:xfrm>
            <a:off x="2629213" y="-2293"/>
            <a:ext cx="6913821" cy="620688"/>
            <a:chOff x="2629213" y="0"/>
            <a:chExt cx="6913821" cy="620688"/>
          </a:xfrm>
        </p:grpSpPr>
        <p:pic>
          <p:nvPicPr>
            <p:cNvPr id="43" name="Imagem 42">
              <a:extLst>
                <a:ext uri="{FF2B5EF4-FFF2-40B4-BE49-F238E27FC236}">
                  <a16:creationId xmlns:a16="http://schemas.microsoft.com/office/drawing/2014/main" id="{67C50CC2-E578-A0AE-8BE1-D58ABAABCA84}"/>
                </a:ext>
              </a:extLst>
            </p:cNvPr>
            <p:cNvPicPr>
              <a:picLocks noChangeAspect="1"/>
            </p:cNvPicPr>
            <p:nvPr/>
          </p:nvPicPr>
          <p:blipFill>
            <a:blip r:embed="rId3"/>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4" name="Imagem 43" descr="Desenho com traços pretos em fundo branco e letras pretas em fundo branco&#10;&#10;Descrição gerada automaticamente com confiança média">
              <a:extLst>
                <a:ext uri="{FF2B5EF4-FFF2-40B4-BE49-F238E27FC236}">
                  <a16:creationId xmlns:a16="http://schemas.microsoft.com/office/drawing/2014/main" id="{AF79F6AA-4324-76D1-B91F-3D535EA4AF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5" name="Imagem 44">
              <a:extLst>
                <a:ext uri="{FF2B5EF4-FFF2-40B4-BE49-F238E27FC236}">
                  <a16:creationId xmlns:a16="http://schemas.microsoft.com/office/drawing/2014/main" id="{AF71CCCC-ED84-DEB0-E175-F4360864D95F}"/>
                </a:ext>
              </a:extLst>
            </p:cNvPr>
            <p:cNvPicPr>
              <a:picLocks noChangeAspect="1"/>
            </p:cNvPicPr>
            <p:nvPr/>
          </p:nvPicPr>
          <p:blipFill>
            <a:blip r:embed="rId5"/>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6" name="Fluxograma: Processo 45">
              <a:extLst>
                <a:ext uri="{FF2B5EF4-FFF2-40B4-BE49-F238E27FC236}">
                  <a16:creationId xmlns:a16="http://schemas.microsoft.com/office/drawing/2014/main" id="{EEB959F3-EC2A-7B46-7C0A-D280DD4A472B}"/>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7" name="Fluxograma: Processo 46">
              <a:extLst>
                <a:ext uri="{FF2B5EF4-FFF2-40B4-BE49-F238E27FC236}">
                  <a16:creationId xmlns:a16="http://schemas.microsoft.com/office/drawing/2014/main" id="{FAABFC9D-10AA-A183-F1CE-D9D32E0BBD92}"/>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Fluxograma: Processo 47">
              <a:extLst>
                <a:ext uri="{FF2B5EF4-FFF2-40B4-BE49-F238E27FC236}">
                  <a16:creationId xmlns:a16="http://schemas.microsoft.com/office/drawing/2014/main" id="{A629037B-1A72-ABEE-F402-9D34CBAF502D}"/>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9" name="Espaço Reservado para Rodapé 6">
            <a:extLst>
              <a:ext uri="{FF2B5EF4-FFF2-40B4-BE49-F238E27FC236}">
                <a16:creationId xmlns:a16="http://schemas.microsoft.com/office/drawing/2014/main" id="{54AA5901-8871-1BC3-F505-7DA60B9C1C93}"/>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Espaço reservado para conteúdo 13">
            <a:extLst>
              <a:ext uri="{FF2B5EF4-FFF2-40B4-BE49-F238E27FC236}">
                <a16:creationId xmlns:a16="http://schemas.microsoft.com/office/drawing/2014/main" id="{0A96ED2F-64C8-3980-94BC-F6854D73C9F2}"/>
              </a:ext>
            </a:extLst>
          </p:cNvPr>
          <p:cNvSpPr txBox="1">
            <a:spLocks/>
          </p:cNvSpPr>
          <p:nvPr/>
        </p:nvSpPr>
        <p:spPr>
          <a:xfrm>
            <a:off x="1041392" y="2683169"/>
            <a:ext cx="9714921" cy="3669484"/>
          </a:xfrm>
          <a:prstGeom prst="rect">
            <a:avLst/>
          </a:prstGeom>
        </p:spPr>
        <p:txBody>
          <a:bodyPr lIns="91440" tIns="45720" rIns="91440" bIns="45720" rtlCol="0" anchor="t">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246380" indent="-246380" algn="just"/>
            <a:r>
              <a:rPr lang="pt-BR" sz="1400" b="1" dirty="0">
                <a:solidFill>
                  <a:srgbClr val="465562"/>
                </a:solidFill>
                <a:ea typeface="+mn-lt"/>
                <a:cs typeface="+mn-lt"/>
              </a:rPr>
              <a:t>[RF001] Prover tela de cadastro:</a:t>
            </a:r>
            <a:r>
              <a:rPr lang="pt-BR" sz="1400" dirty="0">
                <a:ea typeface="+mn-lt"/>
                <a:cs typeface="+mn-lt"/>
              </a:rPr>
              <a:t> Exibirá campos para nome, e-mail e senha. O e-mail deve ser válido e a senha deve ter no mínimo 8 caracteres alfanuméricos. aviso será exibido caso algum campo esteja incorreto </a:t>
            </a:r>
            <a:r>
              <a:rPr lang="pt-BR" sz="1400" b="1" dirty="0">
                <a:solidFill>
                  <a:srgbClr val="465562"/>
                </a:solidFill>
                <a:ea typeface="+mn-lt"/>
                <a:cs typeface="+mn-lt"/>
              </a:rPr>
              <a:t>Prioridade – Alta.</a:t>
            </a:r>
            <a:endParaRPr lang="pt-BR" dirty="0"/>
          </a:p>
          <a:p>
            <a:pPr marL="246380" indent="-246380" algn="just"/>
            <a:r>
              <a:rPr lang="pt-BR" sz="1400" b="1" dirty="0">
                <a:solidFill>
                  <a:srgbClr val="465562"/>
                </a:solidFill>
                <a:ea typeface="+mn-lt"/>
                <a:cs typeface="+mn-lt"/>
              </a:rPr>
              <a:t>[RF002] Verificar informações do cadastro: </a:t>
            </a:r>
            <a:r>
              <a:rPr lang="pt-BR" sz="1400" dirty="0">
                <a:ea typeface="+mn-lt"/>
                <a:cs typeface="+mn-lt"/>
              </a:rPr>
              <a:t>O sistema validará todos os campos, o e-mail e senha devem ter formato, m</a:t>
            </a:r>
            <a:r>
              <a:rPr lang="pt-BR" sz="1400" dirty="0"/>
              <a:t>ostra erro se estiver vazio ou inválido</a:t>
            </a:r>
            <a:r>
              <a:rPr lang="pt-BR" sz="1400" dirty="0">
                <a:ea typeface="+mn-lt"/>
                <a:cs typeface="+mn-lt"/>
              </a:rPr>
              <a:t> </a:t>
            </a:r>
            <a:r>
              <a:rPr lang="pt-BR" sz="1400" b="1" dirty="0">
                <a:solidFill>
                  <a:srgbClr val="465562"/>
                </a:solidFill>
                <a:ea typeface="+mn-lt"/>
                <a:cs typeface="+mn-lt"/>
              </a:rPr>
              <a:t>Prioridade – Alta.</a:t>
            </a:r>
          </a:p>
          <a:p>
            <a:pPr marL="246380" indent="-246380" algn="just"/>
            <a:r>
              <a:rPr lang="pt-BR" sz="1400" b="1" dirty="0">
                <a:solidFill>
                  <a:srgbClr val="465562"/>
                </a:solidFill>
                <a:ea typeface="+mn-lt"/>
                <a:cs typeface="+mn-lt"/>
              </a:rPr>
              <a:t>[RF003] Prover tela de login:</a:t>
            </a:r>
            <a:r>
              <a:rPr lang="pt-BR" sz="1400" dirty="0">
                <a:solidFill>
                  <a:srgbClr val="465562"/>
                </a:solidFill>
                <a:ea typeface="+mn-lt"/>
                <a:cs typeface="+mn-lt"/>
              </a:rPr>
              <a:t> Campos de </a:t>
            </a:r>
            <a:r>
              <a:rPr lang="pt-BR" sz="1400" dirty="0">
                <a:ea typeface="+mn-lt"/>
                <a:cs typeface="+mn-lt"/>
              </a:rPr>
              <a:t>e-mail e senha, opção de “Esqueceu a senha?” e “Cadastrar”. Mensagem de erro será exibida em caso de login inválido. </a:t>
            </a:r>
            <a:r>
              <a:rPr lang="pt-BR" sz="1400" b="1" dirty="0">
                <a:solidFill>
                  <a:srgbClr val="465562"/>
                </a:solidFill>
                <a:ea typeface="+mn-lt"/>
                <a:cs typeface="+mn-lt"/>
              </a:rPr>
              <a:t>Prioridade – Alta.</a:t>
            </a:r>
            <a:endParaRPr lang="pt-BR" sz="1400" b="1" dirty="0">
              <a:solidFill>
                <a:srgbClr val="465562"/>
              </a:solidFill>
            </a:endParaRPr>
          </a:p>
          <a:p>
            <a:pPr marL="246380" indent="-246380" algn="just"/>
            <a:r>
              <a:rPr lang="pt-BR" sz="1400" b="1" dirty="0">
                <a:solidFill>
                  <a:srgbClr val="465562"/>
                </a:solidFill>
                <a:ea typeface="+mn-lt"/>
                <a:cs typeface="+mn-lt"/>
              </a:rPr>
              <a:t>[RF006] Prover produção de redação:</a:t>
            </a:r>
            <a:r>
              <a:rPr lang="pt-BR" sz="1400" dirty="0">
                <a:ea typeface="+mn-lt"/>
                <a:cs typeface="+mn-lt"/>
              </a:rPr>
              <a:t> Tela com editor de texto, botão Salvar, botão Enviar e contagem de caracteres. </a:t>
            </a:r>
            <a:r>
              <a:rPr lang="pt-BR" sz="1400" b="1" dirty="0">
                <a:solidFill>
                  <a:srgbClr val="465562"/>
                </a:solidFill>
                <a:ea typeface="+mn-lt"/>
                <a:cs typeface="+mn-lt"/>
              </a:rPr>
              <a:t>Prioridade – Alta. </a:t>
            </a:r>
            <a:endParaRPr lang="pt-BR" sz="1400" b="1" dirty="0">
              <a:solidFill>
                <a:srgbClr val="465562"/>
              </a:solidFill>
            </a:endParaRPr>
          </a:p>
          <a:p>
            <a:pPr marL="246380" indent="-246380" algn="just"/>
            <a:r>
              <a:rPr lang="pt-BR" sz="1400" b="1" dirty="0">
                <a:solidFill>
                  <a:srgbClr val="465562"/>
                </a:solidFill>
                <a:ea typeface="+mn-lt"/>
                <a:cs typeface="+mn-lt"/>
              </a:rPr>
              <a:t>[RF009] Realizar correção automática por IA:</a:t>
            </a:r>
            <a:r>
              <a:rPr lang="pt-BR" sz="1400" dirty="0">
                <a:ea typeface="+mn-lt"/>
                <a:cs typeface="+mn-lt"/>
              </a:rPr>
              <a:t> IA fará a correção considerando semântica, sintaxe, gramática e ortografia avaliadas pelo Inep. O usuário verá os pontos avaliados e erros. </a:t>
            </a:r>
            <a:r>
              <a:rPr lang="pt-BR" sz="1400" b="1" dirty="0">
                <a:solidFill>
                  <a:srgbClr val="465562"/>
                </a:solidFill>
                <a:ea typeface="+mn-lt"/>
                <a:cs typeface="+mn-lt"/>
              </a:rPr>
              <a:t>Prioridade - Alta. </a:t>
            </a:r>
          </a:p>
          <a:p>
            <a:pPr marL="246380" indent="-246380" algn="just"/>
            <a:endParaRPr lang="pt-BR" sz="1400" b="1" dirty="0">
              <a:ea typeface="+mn-lt"/>
              <a:cs typeface="+mn-lt"/>
            </a:endParaRPr>
          </a:p>
          <a:p>
            <a:pPr marL="246380" indent="-246380" algn="just"/>
            <a:endParaRPr lang="pt-BR" sz="1400" dirty="0">
              <a:ea typeface="+mn-lt"/>
              <a:cs typeface="+mn-lt"/>
            </a:endParaRPr>
          </a:p>
        </p:txBody>
      </p:sp>
      <p:pic>
        <p:nvPicPr>
          <p:cNvPr id="2" name="Gráfico 1">
            <a:extLst>
              <a:ext uri="{FF2B5EF4-FFF2-40B4-BE49-F238E27FC236}">
                <a16:creationId xmlns:a16="http://schemas.microsoft.com/office/drawing/2014/main" id="{33FEA8E6-E7D0-8749-03C1-4651722834F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3277728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805D3-91BA-59EB-17FC-D4751E308947}"/>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91C8EE75-BF9C-5881-6CAC-8CFE939249A8}"/>
              </a:ext>
            </a:extLst>
          </p:cNvPr>
          <p:cNvSpPr>
            <a:spLocks noGrp="1"/>
          </p:cNvSpPr>
          <p:nvPr>
            <p:ph type="sldNum" sz="quarter" idx="12"/>
          </p:nvPr>
        </p:nvSpPr>
        <p:spPr/>
        <p:txBody>
          <a:bodyPr/>
          <a:lstStyle/>
          <a:p>
            <a:pPr rtl="0"/>
            <a:fld id="{7DC1BBB0-96F0-4077-A278-0F3FB5C104D3}" type="slidenum">
              <a:rPr lang="pt-BR" noProof="0" smtClean="0"/>
              <a:pPr rtl="0"/>
              <a:t>17</a:t>
            </a:fld>
            <a:endParaRPr lang="pt-BR" noProof="0"/>
          </a:p>
        </p:txBody>
      </p:sp>
      <p:sp>
        <p:nvSpPr>
          <p:cNvPr id="5" name="Espaço reservado para conteúdo 13">
            <a:extLst>
              <a:ext uri="{FF2B5EF4-FFF2-40B4-BE49-F238E27FC236}">
                <a16:creationId xmlns:a16="http://schemas.microsoft.com/office/drawing/2014/main" id="{9681E3FF-68B7-2AD1-9BF9-228FBD6A2AF2}"/>
              </a:ext>
            </a:extLst>
          </p:cNvPr>
          <p:cNvSpPr txBox="1">
            <a:spLocks/>
          </p:cNvSpPr>
          <p:nvPr/>
        </p:nvSpPr>
        <p:spPr>
          <a:xfrm>
            <a:off x="1059350" y="2237073"/>
            <a:ext cx="9333648" cy="4455522"/>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Protótipo - Baixa Definição</a:t>
            </a:r>
            <a:endParaRPr lang="pt-BR" sz="2000" b="1" dirty="0">
              <a:latin typeface="+mj-lt"/>
              <a:cs typeface="Arial" panose="020B0604020202020204" pitchFamily="34" charset="0"/>
            </a:endParaRPr>
          </a:p>
          <a:p>
            <a:pPr marL="246380" lvl="0" indent="-246380"/>
            <a:endParaRPr lang="pt-BR" sz="3600" dirty="0">
              <a:latin typeface="Arial" panose="020B0604020202020204" pitchFamily="34" charset="0"/>
              <a:cs typeface="Arial" panose="020B0604020202020204" pitchFamily="34" charset="0"/>
            </a:endParaRPr>
          </a:p>
        </p:txBody>
      </p:sp>
      <p:sp>
        <p:nvSpPr>
          <p:cNvPr id="12" name="Título 1">
            <a:extLst>
              <a:ext uri="{FF2B5EF4-FFF2-40B4-BE49-F238E27FC236}">
                <a16:creationId xmlns:a16="http://schemas.microsoft.com/office/drawing/2014/main" id="{365B23FA-5590-E1C8-3493-803320E54A48}"/>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F5EF46E5-FBF8-2107-0F69-0A34498B4B3F}"/>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4" name="Rectangle 3">
            <a:extLst>
              <a:ext uri="{FF2B5EF4-FFF2-40B4-BE49-F238E27FC236}">
                <a16:creationId xmlns:a16="http://schemas.microsoft.com/office/drawing/2014/main" id="{802B8135-C9F0-9974-A997-A7A469379AAE}"/>
              </a:ext>
            </a:extLst>
          </p:cNvPr>
          <p:cNvSpPr>
            <a:spLocks noChangeArrowheads="1"/>
          </p:cNvSpPr>
          <p:nvPr/>
        </p:nvSpPr>
        <p:spPr bwMode="auto">
          <a:xfrm>
            <a:off x="1064550" y="3096611"/>
            <a:ext cx="9725686" cy="15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Pct val="42000"/>
              <a:tabLst/>
            </a:pPr>
            <a:endParaRPr lang="pt-BR" altLang="pt-BR" sz="1600" b="1">
              <a:latin typeface="Arial"/>
              <a:cs typeface="Arial"/>
            </a:endParaRPr>
          </a:p>
        </p:txBody>
      </p:sp>
      <p:grpSp>
        <p:nvGrpSpPr>
          <p:cNvPr id="46" name="Agrupar 45">
            <a:extLst>
              <a:ext uri="{FF2B5EF4-FFF2-40B4-BE49-F238E27FC236}">
                <a16:creationId xmlns:a16="http://schemas.microsoft.com/office/drawing/2014/main" id="{03B58633-D5B4-F670-028A-923DBF42DB3B}"/>
              </a:ext>
            </a:extLst>
          </p:cNvPr>
          <p:cNvGrpSpPr/>
          <p:nvPr/>
        </p:nvGrpSpPr>
        <p:grpSpPr>
          <a:xfrm>
            <a:off x="2629213" y="-2293"/>
            <a:ext cx="6913821" cy="620688"/>
            <a:chOff x="2629213" y="0"/>
            <a:chExt cx="6913821" cy="620688"/>
          </a:xfrm>
        </p:grpSpPr>
        <p:pic>
          <p:nvPicPr>
            <p:cNvPr id="47" name="Imagem 46">
              <a:extLst>
                <a:ext uri="{FF2B5EF4-FFF2-40B4-BE49-F238E27FC236}">
                  <a16:creationId xmlns:a16="http://schemas.microsoft.com/office/drawing/2014/main" id="{EB28AD53-BA95-7804-AC69-CEE51A646567}"/>
                </a:ext>
              </a:extLst>
            </p:cNvPr>
            <p:cNvPicPr>
              <a:picLocks noChangeAspect="1"/>
            </p:cNvPicPr>
            <p:nvPr/>
          </p:nvPicPr>
          <p:blipFill>
            <a:blip r:embed="rId3"/>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8" name="Imagem 47" descr="Desenho com traços pretos em fundo branco e letras pretas em fundo branco&#10;&#10;Descrição gerada automaticamente com confiança média">
              <a:extLst>
                <a:ext uri="{FF2B5EF4-FFF2-40B4-BE49-F238E27FC236}">
                  <a16:creationId xmlns:a16="http://schemas.microsoft.com/office/drawing/2014/main" id="{4F58C941-3B07-B561-4FAF-EDF2CC1450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9" name="Imagem 48">
              <a:extLst>
                <a:ext uri="{FF2B5EF4-FFF2-40B4-BE49-F238E27FC236}">
                  <a16:creationId xmlns:a16="http://schemas.microsoft.com/office/drawing/2014/main" id="{3B58862E-E794-E7A2-16BF-800486876504}"/>
                </a:ext>
              </a:extLst>
            </p:cNvPr>
            <p:cNvPicPr>
              <a:picLocks noChangeAspect="1"/>
            </p:cNvPicPr>
            <p:nvPr/>
          </p:nvPicPr>
          <p:blipFill>
            <a:blip r:embed="rId5"/>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50" name="Fluxograma: Processo 49">
              <a:extLst>
                <a:ext uri="{FF2B5EF4-FFF2-40B4-BE49-F238E27FC236}">
                  <a16:creationId xmlns:a16="http://schemas.microsoft.com/office/drawing/2014/main" id="{37F198B7-C866-DEF5-9529-4670D8EF4C2F}"/>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1" name="Fluxograma: Processo 50">
              <a:extLst>
                <a:ext uri="{FF2B5EF4-FFF2-40B4-BE49-F238E27FC236}">
                  <a16:creationId xmlns:a16="http://schemas.microsoft.com/office/drawing/2014/main" id="{2EF923C9-E51B-F8FE-B2F1-62B14C16287D}"/>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2" name="Fluxograma: Processo 51">
              <a:extLst>
                <a:ext uri="{FF2B5EF4-FFF2-40B4-BE49-F238E27FC236}">
                  <a16:creationId xmlns:a16="http://schemas.microsoft.com/office/drawing/2014/main" id="{03914A87-38B0-D78F-3806-4592D5F2925A}"/>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53" name="Espaço Reservado para Rodapé 6">
            <a:extLst>
              <a:ext uri="{FF2B5EF4-FFF2-40B4-BE49-F238E27FC236}">
                <a16:creationId xmlns:a16="http://schemas.microsoft.com/office/drawing/2014/main" id="{26C9C78D-0243-D678-0BE2-6F1881514AF8}"/>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2" name="Subtítulo 2">
            <a:extLst>
              <a:ext uri="{FF2B5EF4-FFF2-40B4-BE49-F238E27FC236}">
                <a16:creationId xmlns:a16="http://schemas.microsoft.com/office/drawing/2014/main" id="{1006F30A-23DA-2AB1-1C3F-061553B7CAC8}"/>
              </a:ext>
            </a:extLst>
          </p:cNvPr>
          <p:cNvSpPr txBox="1">
            <a:spLocks/>
          </p:cNvSpPr>
          <p:nvPr/>
        </p:nvSpPr>
        <p:spPr>
          <a:xfrm>
            <a:off x="3322497" y="6240664"/>
            <a:ext cx="4807354" cy="231374"/>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Font typeface="Euphemia" pitchFamily="34" charset="0"/>
              <a:buNone/>
            </a:pPr>
            <a:r>
              <a:rPr lang="pt-BR" sz="1100" b="1" dirty="0"/>
              <a:t>Fonte</a:t>
            </a:r>
            <a:r>
              <a:rPr lang="pt-BR" sz="1100" dirty="0"/>
              <a:t>: Elaboração Própria</a:t>
            </a:r>
          </a:p>
        </p:txBody>
      </p:sp>
      <p:sp>
        <p:nvSpPr>
          <p:cNvPr id="7" name="CaixaDeTexto 6">
            <a:extLst>
              <a:ext uri="{FF2B5EF4-FFF2-40B4-BE49-F238E27FC236}">
                <a16:creationId xmlns:a16="http://schemas.microsoft.com/office/drawing/2014/main" id="{F254EF44-0E78-E8B0-9A11-2B91D60CDB64}"/>
              </a:ext>
            </a:extLst>
          </p:cNvPr>
          <p:cNvSpPr txBox="1"/>
          <p:nvPr/>
        </p:nvSpPr>
        <p:spPr>
          <a:xfrm>
            <a:off x="2013710" y="4138254"/>
            <a:ext cx="7424928" cy="369332"/>
          </a:xfrm>
          <a:prstGeom prst="rect">
            <a:avLst/>
          </a:prstGeom>
          <a:noFill/>
        </p:spPr>
        <p:txBody>
          <a:bodyPr wrap="square" rtlCol="0">
            <a:spAutoFit/>
          </a:bodyPr>
          <a:lstStyle/>
          <a:p>
            <a:r>
              <a:rPr lang="pt-BR" dirty="0"/>
              <a:t>PROTOTIPO BAIXA – PROTOTIPO MEDIA – PROTOTIPO ALTAS</a:t>
            </a:r>
          </a:p>
        </p:txBody>
      </p:sp>
      <p:pic>
        <p:nvPicPr>
          <p:cNvPr id="6" name="Gráfico 5">
            <a:extLst>
              <a:ext uri="{FF2B5EF4-FFF2-40B4-BE49-F238E27FC236}">
                <a16:creationId xmlns:a16="http://schemas.microsoft.com/office/drawing/2014/main" id="{1CDA4E15-7943-6383-F110-B8C0DEAEAB2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3882427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3C62C-3F91-D9C3-2AA0-ABB1368E946E}"/>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6D900429-FB41-FA43-A419-86334525F828}"/>
              </a:ext>
            </a:extLst>
          </p:cNvPr>
          <p:cNvSpPr>
            <a:spLocks noGrp="1"/>
          </p:cNvSpPr>
          <p:nvPr>
            <p:ph type="sldNum" sz="quarter" idx="12"/>
          </p:nvPr>
        </p:nvSpPr>
        <p:spPr/>
        <p:txBody>
          <a:bodyPr/>
          <a:lstStyle/>
          <a:p>
            <a:pPr rtl="0"/>
            <a:fld id="{7DC1BBB0-96F0-4077-A278-0F3FB5C104D3}" type="slidenum">
              <a:rPr lang="pt-BR" noProof="0" smtClean="0"/>
              <a:pPr rtl="0"/>
              <a:t>18</a:t>
            </a:fld>
            <a:endParaRPr lang="pt-BR" noProof="0"/>
          </a:p>
        </p:txBody>
      </p:sp>
      <p:sp>
        <p:nvSpPr>
          <p:cNvPr id="5" name="Espaço reservado para conteúdo 13">
            <a:extLst>
              <a:ext uri="{FF2B5EF4-FFF2-40B4-BE49-F238E27FC236}">
                <a16:creationId xmlns:a16="http://schemas.microsoft.com/office/drawing/2014/main" id="{F26A2E18-8758-D07E-854E-566CA6F76C14}"/>
              </a:ext>
            </a:extLst>
          </p:cNvPr>
          <p:cNvSpPr txBox="1">
            <a:spLocks/>
          </p:cNvSpPr>
          <p:nvPr/>
        </p:nvSpPr>
        <p:spPr>
          <a:xfrm>
            <a:off x="1064550" y="2237285"/>
            <a:ext cx="9333648" cy="4455522"/>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Protótipo – Media Definição</a:t>
            </a:r>
            <a:endParaRPr lang="pt-BR" sz="2000" b="1" dirty="0">
              <a:latin typeface="+mj-lt"/>
              <a:cs typeface="Arial" panose="020B0604020202020204" pitchFamily="34" charset="0"/>
            </a:endParaRPr>
          </a:p>
          <a:p>
            <a:pPr marL="246380" lvl="0" indent="-246380"/>
            <a:endParaRPr lang="pt-BR" sz="3600" dirty="0">
              <a:latin typeface="Arial" panose="020B0604020202020204" pitchFamily="34" charset="0"/>
              <a:cs typeface="Arial" panose="020B0604020202020204" pitchFamily="34" charset="0"/>
            </a:endParaRPr>
          </a:p>
        </p:txBody>
      </p:sp>
      <p:sp>
        <p:nvSpPr>
          <p:cNvPr id="12" name="Título 1">
            <a:extLst>
              <a:ext uri="{FF2B5EF4-FFF2-40B4-BE49-F238E27FC236}">
                <a16:creationId xmlns:a16="http://schemas.microsoft.com/office/drawing/2014/main" id="{D7414402-64AA-112C-70F9-564F68EF7E5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E68E7AE8-98B1-60C9-7AC6-5C9D61B7E2EB}"/>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4" name="Rectangle 3">
            <a:extLst>
              <a:ext uri="{FF2B5EF4-FFF2-40B4-BE49-F238E27FC236}">
                <a16:creationId xmlns:a16="http://schemas.microsoft.com/office/drawing/2014/main" id="{2F79B54E-F228-2A4A-14E5-0F34D12181A1}"/>
              </a:ext>
            </a:extLst>
          </p:cNvPr>
          <p:cNvSpPr>
            <a:spLocks noChangeArrowheads="1"/>
          </p:cNvSpPr>
          <p:nvPr/>
        </p:nvSpPr>
        <p:spPr bwMode="auto">
          <a:xfrm>
            <a:off x="1064550" y="3096611"/>
            <a:ext cx="9725686" cy="15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Pct val="42000"/>
              <a:tabLst/>
            </a:pPr>
            <a:endParaRPr lang="pt-BR" altLang="pt-BR" sz="1600" b="1">
              <a:latin typeface="Arial"/>
              <a:cs typeface="Arial"/>
            </a:endParaRPr>
          </a:p>
        </p:txBody>
      </p:sp>
      <p:grpSp>
        <p:nvGrpSpPr>
          <p:cNvPr id="37" name="Agrupar 36">
            <a:extLst>
              <a:ext uri="{FF2B5EF4-FFF2-40B4-BE49-F238E27FC236}">
                <a16:creationId xmlns:a16="http://schemas.microsoft.com/office/drawing/2014/main" id="{C2F8BCFF-A4B8-6A70-03EE-8E67480A46F8}"/>
              </a:ext>
            </a:extLst>
          </p:cNvPr>
          <p:cNvGrpSpPr/>
          <p:nvPr/>
        </p:nvGrpSpPr>
        <p:grpSpPr>
          <a:xfrm>
            <a:off x="2629213" y="-2293"/>
            <a:ext cx="6913821" cy="620688"/>
            <a:chOff x="2629213" y="0"/>
            <a:chExt cx="6913821" cy="620688"/>
          </a:xfrm>
        </p:grpSpPr>
        <p:pic>
          <p:nvPicPr>
            <p:cNvPr id="38" name="Imagem 37">
              <a:extLst>
                <a:ext uri="{FF2B5EF4-FFF2-40B4-BE49-F238E27FC236}">
                  <a16:creationId xmlns:a16="http://schemas.microsoft.com/office/drawing/2014/main" id="{F7ABB74B-E579-2186-DE53-B0008F43ECB2}"/>
                </a:ext>
              </a:extLst>
            </p:cNvPr>
            <p:cNvPicPr>
              <a:picLocks noChangeAspect="1"/>
            </p:cNvPicPr>
            <p:nvPr/>
          </p:nvPicPr>
          <p:blipFill>
            <a:blip r:embed="rId3"/>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descr="Desenho com traços pretos em fundo branco e letras pretas em fundo branco&#10;&#10;Descrição gerada automaticamente com confiança média">
              <a:extLst>
                <a:ext uri="{FF2B5EF4-FFF2-40B4-BE49-F238E27FC236}">
                  <a16:creationId xmlns:a16="http://schemas.microsoft.com/office/drawing/2014/main" id="{DD6A57F2-FEAC-D8D3-295B-AE3ED2977C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0" name="Imagem 39">
              <a:extLst>
                <a:ext uri="{FF2B5EF4-FFF2-40B4-BE49-F238E27FC236}">
                  <a16:creationId xmlns:a16="http://schemas.microsoft.com/office/drawing/2014/main" id="{52E8B623-59AC-D2C4-2CB6-F4AE24A5957F}"/>
                </a:ext>
              </a:extLst>
            </p:cNvPr>
            <p:cNvPicPr>
              <a:picLocks noChangeAspect="1"/>
            </p:cNvPicPr>
            <p:nvPr/>
          </p:nvPicPr>
          <p:blipFill>
            <a:blip r:embed="rId5"/>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1" name="Fluxograma: Processo 40">
              <a:extLst>
                <a:ext uri="{FF2B5EF4-FFF2-40B4-BE49-F238E27FC236}">
                  <a16:creationId xmlns:a16="http://schemas.microsoft.com/office/drawing/2014/main" id="{CDAAC02F-0B97-D4B5-9D5A-8C18579AFC62}"/>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Fluxograma: Processo 41">
              <a:extLst>
                <a:ext uri="{FF2B5EF4-FFF2-40B4-BE49-F238E27FC236}">
                  <a16:creationId xmlns:a16="http://schemas.microsoft.com/office/drawing/2014/main" id="{E1D6D34F-243A-2D8C-1CD8-EF21E4C7C770}"/>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Fluxograma: Processo 42">
              <a:extLst>
                <a:ext uri="{FF2B5EF4-FFF2-40B4-BE49-F238E27FC236}">
                  <a16:creationId xmlns:a16="http://schemas.microsoft.com/office/drawing/2014/main" id="{25503DF8-D5CA-11DB-A2CA-AD12CCC4F580}"/>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4" name="Espaço Reservado para Rodapé 6">
            <a:extLst>
              <a:ext uri="{FF2B5EF4-FFF2-40B4-BE49-F238E27FC236}">
                <a16:creationId xmlns:a16="http://schemas.microsoft.com/office/drawing/2014/main" id="{E20B1C91-6C06-56C1-532A-61271299166A}"/>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2" name="Subtítulo 2">
            <a:extLst>
              <a:ext uri="{FF2B5EF4-FFF2-40B4-BE49-F238E27FC236}">
                <a16:creationId xmlns:a16="http://schemas.microsoft.com/office/drawing/2014/main" id="{ED9257DE-A52F-8C71-AD28-AE4038F93A7C}"/>
              </a:ext>
            </a:extLst>
          </p:cNvPr>
          <p:cNvSpPr txBox="1">
            <a:spLocks/>
          </p:cNvSpPr>
          <p:nvPr/>
        </p:nvSpPr>
        <p:spPr>
          <a:xfrm>
            <a:off x="3613083" y="6542806"/>
            <a:ext cx="4425813" cy="231374"/>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Font typeface="Euphemia" pitchFamily="34" charset="0"/>
              <a:buNone/>
            </a:pPr>
            <a:r>
              <a:rPr lang="pt-BR" sz="1100" b="1" dirty="0"/>
              <a:t>Fonte</a:t>
            </a:r>
            <a:r>
              <a:rPr lang="pt-BR" sz="1100" dirty="0"/>
              <a:t>: Elaboração Própria - </a:t>
            </a:r>
            <a:r>
              <a:rPr lang="pt-BR" sz="1100" dirty="0" err="1"/>
              <a:t>Figma</a:t>
            </a:r>
            <a:endParaRPr lang="pt-BR" sz="1100" dirty="0"/>
          </a:p>
        </p:txBody>
      </p:sp>
      <p:sp>
        <p:nvSpPr>
          <p:cNvPr id="6" name="CaixaDeTexto 5">
            <a:extLst>
              <a:ext uri="{FF2B5EF4-FFF2-40B4-BE49-F238E27FC236}">
                <a16:creationId xmlns:a16="http://schemas.microsoft.com/office/drawing/2014/main" id="{98921E98-5EAA-2012-3F8F-838F5E0F5368}"/>
              </a:ext>
            </a:extLst>
          </p:cNvPr>
          <p:cNvSpPr txBox="1"/>
          <p:nvPr/>
        </p:nvSpPr>
        <p:spPr>
          <a:xfrm>
            <a:off x="2013710" y="4138254"/>
            <a:ext cx="7424928" cy="369332"/>
          </a:xfrm>
          <a:prstGeom prst="rect">
            <a:avLst/>
          </a:prstGeom>
          <a:noFill/>
        </p:spPr>
        <p:txBody>
          <a:bodyPr wrap="square" rtlCol="0">
            <a:spAutoFit/>
          </a:bodyPr>
          <a:lstStyle/>
          <a:p>
            <a:r>
              <a:rPr lang="pt-BR" dirty="0"/>
              <a:t>PROTOTIPO BAIXA – PROTOTIPO MEDIA – PROTOTIPO ALTAS</a:t>
            </a:r>
          </a:p>
        </p:txBody>
      </p:sp>
      <p:pic>
        <p:nvPicPr>
          <p:cNvPr id="7" name="Gráfico 6">
            <a:extLst>
              <a:ext uri="{FF2B5EF4-FFF2-40B4-BE49-F238E27FC236}">
                <a16:creationId xmlns:a16="http://schemas.microsoft.com/office/drawing/2014/main" id="{D7B19AC8-7BCC-A04E-E4F6-1DC9A666BCF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3030043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C0381-8908-9C01-20AE-038E97E07117}"/>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E1A1B4E2-0175-9DFE-C648-1720C5B3F58F}"/>
              </a:ext>
            </a:extLst>
          </p:cNvPr>
          <p:cNvSpPr>
            <a:spLocks noGrp="1"/>
          </p:cNvSpPr>
          <p:nvPr>
            <p:ph type="sldNum" sz="quarter" idx="12"/>
          </p:nvPr>
        </p:nvSpPr>
        <p:spPr/>
        <p:txBody>
          <a:bodyPr/>
          <a:lstStyle/>
          <a:p>
            <a:pPr rtl="0"/>
            <a:fld id="{7DC1BBB0-96F0-4077-A278-0F3FB5C104D3}" type="slidenum">
              <a:rPr lang="pt-BR" noProof="0" smtClean="0"/>
              <a:pPr rtl="0"/>
              <a:t>19</a:t>
            </a:fld>
            <a:endParaRPr lang="pt-BR" noProof="0"/>
          </a:p>
        </p:txBody>
      </p:sp>
      <p:sp>
        <p:nvSpPr>
          <p:cNvPr id="5" name="Espaço reservado para conteúdo 13">
            <a:extLst>
              <a:ext uri="{FF2B5EF4-FFF2-40B4-BE49-F238E27FC236}">
                <a16:creationId xmlns:a16="http://schemas.microsoft.com/office/drawing/2014/main" id="{031DF2D0-C33A-396D-20E1-1E6E6F07B827}"/>
              </a:ext>
            </a:extLst>
          </p:cNvPr>
          <p:cNvSpPr txBox="1">
            <a:spLocks/>
          </p:cNvSpPr>
          <p:nvPr/>
        </p:nvSpPr>
        <p:spPr>
          <a:xfrm>
            <a:off x="1064550" y="2237286"/>
            <a:ext cx="9735997" cy="4597411"/>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Protótipo - Alta Definição</a:t>
            </a:r>
            <a:endParaRPr lang="pt-BR" sz="2000" b="1" dirty="0" err="1">
              <a:latin typeface="+mj-lt"/>
              <a:cs typeface="Arial" panose="020B0604020202020204" pitchFamily="34" charset="0"/>
            </a:endParaRPr>
          </a:p>
          <a:p>
            <a:pPr marL="246380" lvl="0" indent="-246380"/>
            <a:endParaRPr lang="pt-BR" sz="3600" dirty="0">
              <a:latin typeface="Arial" panose="020B0604020202020204" pitchFamily="34" charset="0"/>
              <a:cs typeface="Arial" panose="020B0604020202020204" pitchFamily="34" charset="0"/>
            </a:endParaRPr>
          </a:p>
        </p:txBody>
      </p:sp>
      <p:sp>
        <p:nvSpPr>
          <p:cNvPr id="12" name="Título 1">
            <a:extLst>
              <a:ext uri="{FF2B5EF4-FFF2-40B4-BE49-F238E27FC236}">
                <a16:creationId xmlns:a16="http://schemas.microsoft.com/office/drawing/2014/main" id="{007399EB-A0A3-2FF1-23C6-BFAD857BCE81}"/>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9D7E0354-BF69-5B79-281F-F3551415C53E}"/>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4" name="Rectangle 3">
            <a:extLst>
              <a:ext uri="{FF2B5EF4-FFF2-40B4-BE49-F238E27FC236}">
                <a16:creationId xmlns:a16="http://schemas.microsoft.com/office/drawing/2014/main" id="{C3531C28-683F-BBFD-EAE4-322AD5787BAE}"/>
              </a:ext>
            </a:extLst>
          </p:cNvPr>
          <p:cNvSpPr>
            <a:spLocks noChangeArrowheads="1"/>
          </p:cNvSpPr>
          <p:nvPr/>
        </p:nvSpPr>
        <p:spPr bwMode="auto">
          <a:xfrm>
            <a:off x="1064550" y="3096611"/>
            <a:ext cx="9725686" cy="15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Pct val="42000"/>
              <a:tabLst/>
            </a:pPr>
            <a:endParaRPr lang="pt-BR" altLang="pt-BR" sz="1600" b="1">
              <a:latin typeface="Arial"/>
              <a:cs typeface="Arial"/>
            </a:endParaRPr>
          </a:p>
        </p:txBody>
      </p:sp>
      <p:grpSp>
        <p:nvGrpSpPr>
          <p:cNvPr id="36" name="Agrupar 35">
            <a:extLst>
              <a:ext uri="{FF2B5EF4-FFF2-40B4-BE49-F238E27FC236}">
                <a16:creationId xmlns:a16="http://schemas.microsoft.com/office/drawing/2014/main" id="{CA4F731A-B434-2DFD-88BE-D11C29EA093C}"/>
              </a:ext>
            </a:extLst>
          </p:cNvPr>
          <p:cNvGrpSpPr/>
          <p:nvPr/>
        </p:nvGrpSpPr>
        <p:grpSpPr>
          <a:xfrm>
            <a:off x="2629213" y="-2293"/>
            <a:ext cx="6913821" cy="620688"/>
            <a:chOff x="2629213" y="0"/>
            <a:chExt cx="6913821" cy="620688"/>
          </a:xfrm>
        </p:grpSpPr>
        <p:pic>
          <p:nvPicPr>
            <p:cNvPr id="37" name="Imagem 36">
              <a:extLst>
                <a:ext uri="{FF2B5EF4-FFF2-40B4-BE49-F238E27FC236}">
                  <a16:creationId xmlns:a16="http://schemas.microsoft.com/office/drawing/2014/main" id="{BDD0D093-11CC-BCE0-7E47-A246467D0D08}"/>
                </a:ext>
              </a:extLst>
            </p:cNvPr>
            <p:cNvPicPr>
              <a:picLocks noChangeAspect="1"/>
            </p:cNvPicPr>
            <p:nvPr/>
          </p:nvPicPr>
          <p:blipFill>
            <a:blip r:embed="rId3"/>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descr="Desenho com traços pretos em fundo branco e letras pretas em fundo branco&#10;&#10;Descrição gerada automaticamente com confiança média">
              <a:extLst>
                <a:ext uri="{FF2B5EF4-FFF2-40B4-BE49-F238E27FC236}">
                  <a16:creationId xmlns:a16="http://schemas.microsoft.com/office/drawing/2014/main" id="{CFC20937-FCE3-178A-7809-B92F5D1199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a:extLst>
                <a:ext uri="{FF2B5EF4-FFF2-40B4-BE49-F238E27FC236}">
                  <a16:creationId xmlns:a16="http://schemas.microsoft.com/office/drawing/2014/main" id="{A880E310-553E-26DF-673D-30BB413FFC72}"/>
                </a:ext>
              </a:extLst>
            </p:cNvPr>
            <p:cNvPicPr>
              <a:picLocks noChangeAspect="1"/>
            </p:cNvPicPr>
            <p:nvPr/>
          </p:nvPicPr>
          <p:blipFill>
            <a:blip r:embed="rId5"/>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0" name="Fluxograma: Processo 39">
              <a:extLst>
                <a:ext uri="{FF2B5EF4-FFF2-40B4-BE49-F238E27FC236}">
                  <a16:creationId xmlns:a16="http://schemas.microsoft.com/office/drawing/2014/main" id="{0CA71831-991F-E8DB-2E6A-0DE4EEE5A28C}"/>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Fluxograma: Processo 40">
              <a:extLst>
                <a:ext uri="{FF2B5EF4-FFF2-40B4-BE49-F238E27FC236}">
                  <a16:creationId xmlns:a16="http://schemas.microsoft.com/office/drawing/2014/main" id="{D3394775-1C48-F70E-0FB3-FA177A5846FE}"/>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Fluxograma: Processo 41">
              <a:extLst>
                <a:ext uri="{FF2B5EF4-FFF2-40B4-BE49-F238E27FC236}">
                  <a16:creationId xmlns:a16="http://schemas.microsoft.com/office/drawing/2014/main" id="{DB397C1F-FB4D-E282-42A5-E89206987A05}"/>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3" name="Espaço Reservado para Rodapé 6">
            <a:extLst>
              <a:ext uri="{FF2B5EF4-FFF2-40B4-BE49-F238E27FC236}">
                <a16:creationId xmlns:a16="http://schemas.microsoft.com/office/drawing/2014/main" id="{6EEA49C8-90CA-0260-5132-A2E5538EDE90}"/>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2" name="Subtítulo 2">
            <a:extLst>
              <a:ext uri="{FF2B5EF4-FFF2-40B4-BE49-F238E27FC236}">
                <a16:creationId xmlns:a16="http://schemas.microsoft.com/office/drawing/2014/main" id="{A3F8B7E7-9583-00AA-83ED-F4EBC013BC61}"/>
              </a:ext>
            </a:extLst>
          </p:cNvPr>
          <p:cNvSpPr txBox="1">
            <a:spLocks/>
          </p:cNvSpPr>
          <p:nvPr/>
        </p:nvSpPr>
        <p:spPr>
          <a:xfrm>
            <a:off x="3655944" y="6355432"/>
            <a:ext cx="4153340" cy="231374"/>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Font typeface="Euphemia" pitchFamily="34" charset="0"/>
              <a:buNone/>
            </a:pPr>
            <a:r>
              <a:rPr lang="pt-BR" sz="1100" b="1" dirty="0"/>
              <a:t>Fonte</a:t>
            </a:r>
            <a:r>
              <a:rPr lang="pt-BR" sz="1100" dirty="0"/>
              <a:t>: Elaboração Própria - </a:t>
            </a:r>
            <a:r>
              <a:rPr lang="pt-BR" sz="1100" dirty="0" err="1"/>
              <a:t>Figma</a:t>
            </a:r>
            <a:endParaRPr lang="pt-BR" sz="1100" dirty="0"/>
          </a:p>
        </p:txBody>
      </p:sp>
      <p:sp>
        <p:nvSpPr>
          <p:cNvPr id="6" name="CaixaDeTexto 5">
            <a:extLst>
              <a:ext uri="{FF2B5EF4-FFF2-40B4-BE49-F238E27FC236}">
                <a16:creationId xmlns:a16="http://schemas.microsoft.com/office/drawing/2014/main" id="{F9D62C5B-D1AB-DDCE-4F58-4A39810C800F}"/>
              </a:ext>
            </a:extLst>
          </p:cNvPr>
          <p:cNvSpPr txBox="1"/>
          <p:nvPr/>
        </p:nvSpPr>
        <p:spPr>
          <a:xfrm>
            <a:off x="2013710" y="4138254"/>
            <a:ext cx="7424928" cy="369332"/>
          </a:xfrm>
          <a:prstGeom prst="rect">
            <a:avLst/>
          </a:prstGeom>
          <a:noFill/>
        </p:spPr>
        <p:txBody>
          <a:bodyPr wrap="square" rtlCol="0">
            <a:spAutoFit/>
          </a:bodyPr>
          <a:lstStyle/>
          <a:p>
            <a:r>
              <a:rPr lang="pt-BR" dirty="0"/>
              <a:t>PROTOTIPO BAIXA – PROTOTIPO MEDIA – PROTOTIPO ALTAS</a:t>
            </a:r>
          </a:p>
        </p:txBody>
      </p:sp>
      <p:pic>
        <p:nvPicPr>
          <p:cNvPr id="7" name="Gráfico 6">
            <a:extLst>
              <a:ext uri="{FF2B5EF4-FFF2-40B4-BE49-F238E27FC236}">
                <a16:creationId xmlns:a16="http://schemas.microsoft.com/office/drawing/2014/main" id="{C3580AAB-D27C-AA9D-1854-31032259D82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4292584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8B755-92E9-996E-9065-36BFF21CD555}"/>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BD8006FC-6CE4-EDFF-F6F5-1423A4C4CD55}"/>
              </a:ext>
            </a:extLst>
          </p:cNvPr>
          <p:cNvSpPr>
            <a:spLocks noGrp="1"/>
          </p:cNvSpPr>
          <p:nvPr>
            <p:ph type="sldNum" sz="quarter" idx="12"/>
          </p:nvPr>
        </p:nvSpPr>
        <p:spPr/>
        <p:txBody>
          <a:bodyPr/>
          <a:lstStyle/>
          <a:p>
            <a:pPr rtl="0"/>
            <a:fld id="{7DC1BBB0-96F0-4077-A278-0F3FB5C104D3}" type="slidenum">
              <a:rPr lang="pt-BR" noProof="0" smtClean="0"/>
              <a:pPr rtl="0"/>
              <a:t>20</a:t>
            </a:fld>
            <a:endParaRPr lang="pt-BR" noProof="0"/>
          </a:p>
        </p:txBody>
      </p:sp>
      <p:sp>
        <p:nvSpPr>
          <p:cNvPr id="2" name="CaixaDeTexto 1">
            <a:extLst>
              <a:ext uri="{FF2B5EF4-FFF2-40B4-BE49-F238E27FC236}">
                <a16:creationId xmlns:a16="http://schemas.microsoft.com/office/drawing/2014/main" id="{BFF6360C-3F04-D6F7-A931-EDE3BD295420}"/>
              </a:ext>
            </a:extLst>
          </p:cNvPr>
          <p:cNvSpPr txBox="1"/>
          <p:nvPr/>
        </p:nvSpPr>
        <p:spPr>
          <a:xfrm>
            <a:off x="4287961" y="577123"/>
            <a:ext cx="320315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2000" b="1" dirty="0">
                <a:latin typeface="+mj-lt"/>
                <a:cs typeface="Arial"/>
              </a:rPr>
              <a:t>Diagrama UML – Classe:</a:t>
            </a:r>
            <a:endParaRPr lang="pt-BR" sz="2000" dirty="0">
              <a:latin typeface="+mj-lt"/>
            </a:endParaRPr>
          </a:p>
        </p:txBody>
      </p:sp>
      <p:sp>
        <p:nvSpPr>
          <p:cNvPr id="17" name="Espaço Reservado para Rodapé 6">
            <a:extLst>
              <a:ext uri="{FF2B5EF4-FFF2-40B4-BE49-F238E27FC236}">
                <a16:creationId xmlns:a16="http://schemas.microsoft.com/office/drawing/2014/main" id="{DECF3187-D5EA-4D64-ABF4-6462D2CBAAEB}"/>
              </a:ext>
            </a:extLst>
          </p:cNvPr>
          <p:cNvSpPr>
            <a:spLocks noGrp="1"/>
          </p:cNvSpPr>
          <p:nvPr>
            <p:ph type="ftr" sz="quarter" idx="11"/>
          </p:nvPr>
        </p:nvSpPr>
        <p:spPr>
          <a:xfrm>
            <a:off x="8927432" y="6356351"/>
            <a:ext cx="1995492" cy="365125"/>
          </a:xfrm>
        </p:spPr>
        <p:txBody>
          <a:bodyPr/>
          <a:lstStyle/>
          <a:p>
            <a:pPr rtl="0"/>
            <a:r>
              <a:rPr lang="pt-BR" noProof="0" dirty="0"/>
              <a:t>Equipe_04</a:t>
            </a:r>
          </a:p>
        </p:txBody>
      </p:sp>
      <p:pic>
        <p:nvPicPr>
          <p:cNvPr id="6" name="Imagem 5" descr="Diagrama&#10;&#10;O conteúdo gerado por IA pode estar incorreto.">
            <a:extLst>
              <a:ext uri="{FF2B5EF4-FFF2-40B4-BE49-F238E27FC236}">
                <a16:creationId xmlns:a16="http://schemas.microsoft.com/office/drawing/2014/main" id="{97768F70-6686-AE89-AB81-FA5F63A622C0}"/>
              </a:ext>
            </a:extLst>
          </p:cNvPr>
          <p:cNvPicPr>
            <a:picLocks noChangeAspect="1"/>
          </p:cNvPicPr>
          <p:nvPr/>
        </p:nvPicPr>
        <p:blipFill>
          <a:blip r:embed="rId3"/>
          <a:stretch>
            <a:fillRect/>
          </a:stretch>
        </p:blipFill>
        <p:spPr>
          <a:xfrm>
            <a:off x="1069189" y="983641"/>
            <a:ext cx="2193108" cy="1970907"/>
          </a:xfrm>
          <a:prstGeom prst="rect">
            <a:avLst/>
          </a:prstGeom>
          <a:ln>
            <a:solidFill>
              <a:schemeClr val="tx2"/>
            </a:solidFill>
          </a:ln>
        </p:spPr>
      </p:pic>
      <p:sp>
        <p:nvSpPr>
          <p:cNvPr id="10" name="CaixaDeTexto 9">
            <a:extLst>
              <a:ext uri="{FF2B5EF4-FFF2-40B4-BE49-F238E27FC236}">
                <a16:creationId xmlns:a16="http://schemas.microsoft.com/office/drawing/2014/main" id="{9C858F3F-19F4-50A9-E5C0-49D0B8E89798}"/>
              </a:ext>
            </a:extLst>
          </p:cNvPr>
          <p:cNvSpPr txBox="1"/>
          <p:nvPr/>
        </p:nvSpPr>
        <p:spPr>
          <a:xfrm>
            <a:off x="3980878" y="1273547"/>
            <a:ext cx="11008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b="1" dirty="0">
                <a:latin typeface="+mj-lt"/>
                <a:cs typeface="Arial"/>
              </a:rPr>
              <a:t>Recorte</a:t>
            </a:r>
          </a:p>
        </p:txBody>
      </p:sp>
      <p:pic>
        <p:nvPicPr>
          <p:cNvPr id="11" name="Imagem 10">
            <a:extLst>
              <a:ext uri="{FF2B5EF4-FFF2-40B4-BE49-F238E27FC236}">
                <a16:creationId xmlns:a16="http://schemas.microsoft.com/office/drawing/2014/main" id="{F0DBF020-42BE-DCC0-9C61-14B22043230A}"/>
              </a:ext>
            </a:extLst>
          </p:cNvPr>
          <p:cNvPicPr>
            <a:picLocks noChangeAspect="1"/>
          </p:cNvPicPr>
          <p:nvPr/>
        </p:nvPicPr>
        <p:blipFill>
          <a:blip r:embed="rId4"/>
          <a:stretch>
            <a:fillRect/>
          </a:stretch>
        </p:blipFill>
        <p:spPr>
          <a:xfrm>
            <a:off x="4059384" y="1642291"/>
            <a:ext cx="6816467" cy="4317055"/>
          </a:xfrm>
          <a:prstGeom prst="rect">
            <a:avLst/>
          </a:prstGeom>
          <a:ln>
            <a:noFill/>
            <a:extLst>
              <a:ext uri="{C807C97D-BFC1-408E-A445-0C87EB9F89A2}">
                <ask:lineSketchStyleProps xmlns:ask="http://schemas.microsoft.com/office/drawing/2018/sketchyshapes" sd="3499211612">
                  <a:custGeom>
                    <a:avLst/>
                    <a:gdLst>
                      <a:gd name="csX0" fmla="*/ 0 w 6816467"/>
                      <a:gd name="csY0" fmla="*/ 0 h 4317055"/>
                      <a:gd name="csX1" fmla="*/ 6816467 w 6816467"/>
                      <a:gd name="csY1" fmla="*/ 0 h 4317055"/>
                      <a:gd name="csX2" fmla="*/ 6816467 w 6816467"/>
                      <a:gd name="csY2" fmla="*/ 4317055 h 4317055"/>
                      <a:gd name="csX3" fmla="*/ 0 w 6816467"/>
                      <a:gd name="csY3" fmla="*/ 4317055 h 4317055"/>
                      <a:gd name="csX4" fmla="*/ 0 w 6816467"/>
                      <a:gd name="csY4" fmla="*/ 0 h 4317055"/>
                    </a:gdLst>
                    <a:ahLst/>
                    <a:cxnLst>
                      <a:cxn ang="0">
                        <a:pos x="csX0" y="csY0"/>
                      </a:cxn>
                      <a:cxn ang="0">
                        <a:pos x="csX1" y="csY1"/>
                      </a:cxn>
                      <a:cxn ang="0">
                        <a:pos x="csX2" y="csY2"/>
                      </a:cxn>
                      <a:cxn ang="0">
                        <a:pos x="csX3" y="csY3"/>
                      </a:cxn>
                      <a:cxn ang="0">
                        <a:pos x="csX4" y="csY4"/>
                      </a:cxn>
                    </a:cxnLst>
                    <a:rect l="l" t="t" r="r" b="b"/>
                    <a:pathLst>
                      <a:path w="6816467" h="4317055" fill="none" extrusionOk="0">
                        <a:moveTo>
                          <a:pt x="0" y="0"/>
                        </a:moveTo>
                        <a:cubicBezTo>
                          <a:pt x="1110434" y="-149972"/>
                          <a:pt x="5631929" y="85198"/>
                          <a:pt x="6816467" y="0"/>
                        </a:cubicBezTo>
                        <a:cubicBezTo>
                          <a:pt x="6985878" y="1802770"/>
                          <a:pt x="6902021" y="3089708"/>
                          <a:pt x="6816467" y="4317055"/>
                        </a:cubicBezTo>
                        <a:cubicBezTo>
                          <a:pt x="3571003" y="4408431"/>
                          <a:pt x="1361148" y="4310998"/>
                          <a:pt x="0" y="4317055"/>
                        </a:cubicBezTo>
                        <a:cubicBezTo>
                          <a:pt x="-92943" y="2511749"/>
                          <a:pt x="-168235" y="1554921"/>
                          <a:pt x="0" y="0"/>
                        </a:cubicBezTo>
                        <a:close/>
                      </a:path>
                      <a:path w="6816467" h="4317055" stroke="0" extrusionOk="0">
                        <a:moveTo>
                          <a:pt x="0" y="0"/>
                        </a:moveTo>
                        <a:cubicBezTo>
                          <a:pt x="2874564" y="-113254"/>
                          <a:pt x="5161725" y="102601"/>
                          <a:pt x="6816467" y="0"/>
                        </a:cubicBezTo>
                        <a:cubicBezTo>
                          <a:pt x="6763642" y="842654"/>
                          <a:pt x="6939641" y="3864176"/>
                          <a:pt x="6816467" y="4317055"/>
                        </a:cubicBezTo>
                        <a:cubicBezTo>
                          <a:pt x="4214609" y="4372865"/>
                          <a:pt x="3084996" y="4486013"/>
                          <a:pt x="0" y="4317055"/>
                        </a:cubicBezTo>
                        <a:cubicBezTo>
                          <a:pt x="-144930" y="3447960"/>
                          <a:pt x="-18259" y="1524750"/>
                          <a:pt x="0" y="0"/>
                        </a:cubicBezTo>
                        <a:close/>
                      </a:path>
                    </a:pathLst>
                  </a:custGeom>
                  <ask:type>
                    <ask:lineSketchNone/>
                  </ask:type>
                </ask:lineSketchStyleProps>
              </a:ext>
            </a:extLst>
          </a:ln>
        </p:spPr>
      </p:pic>
      <p:sp>
        <p:nvSpPr>
          <p:cNvPr id="14" name="Seta: para a Direita 13">
            <a:extLst>
              <a:ext uri="{FF2B5EF4-FFF2-40B4-BE49-F238E27FC236}">
                <a16:creationId xmlns:a16="http://schemas.microsoft.com/office/drawing/2014/main" id="{1F8BC850-C597-A8E2-A71C-B5307A934CD8}"/>
              </a:ext>
            </a:extLst>
          </p:cNvPr>
          <p:cNvSpPr/>
          <p:nvPr/>
        </p:nvSpPr>
        <p:spPr>
          <a:xfrm>
            <a:off x="3295085" y="1353976"/>
            <a:ext cx="698912" cy="19598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Subtítulo 2">
            <a:extLst>
              <a:ext uri="{FF2B5EF4-FFF2-40B4-BE49-F238E27FC236}">
                <a16:creationId xmlns:a16="http://schemas.microsoft.com/office/drawing/2014/main" id="{748DA2DB-AED0-FA85-6A88-8D9EAB789762}"/>
              </a:ext>
            </a:extLst>
          </p:cNvPr>
          <p:cNvSpPr txBox="1">
            <a:spLocks/>
          </p:cNvSpPr>
          <p:nvPr/>
        </p:nvSpPr>
        <p:spPr>
          <a:xfrm>
            <a:off x="1133882" y="2943888"/>
            <a:ext cx="2102879" cy="461411"/>
          </a:xfrm>
          <a:prstGeom prst="rect">
            <a:avLst/>
          </a:prstGeom>
        </p:spPr>
        <p:txBody>
          <a:bodyPr vert="horz" lIns="91440" tIns="45720" rIns="91440" bIns="45720" rtlCol="0" anchor="t">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1100" b="1" dirty="0"/>
              <a:t>Fonte</a:t>
            </a:r>
            <a:r>
              <a:rPr lang="pt-BR" sz="1100" dirty="0"/>
              <a:t>: Elaboração Própria - Draw.io</a:t>
            </a:r>
          </a:p>
        </p:txBody>
      </p:sp>
      <p:pic>
        <p:nvPicPr>
          <p:cNvPr id="4" name="Gráfico 3">
            <a:extLst>
              <a:ext uri="{FF2B5EF4-FFF2-40B4-BE49-F238E27FC236}">
                <a16:creationId xmlns:a16="http://schemas.microsoft.com/office/drawing/2014/main" id="{1D3DD757-576A-1876-8452-9B830CC7A8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89376" y="-87935"/>
            <a:ext cx="2600325" cy="914400"/>
          </a:xfrm>
          <a:prstGeom prst="rect">
            <a:avLst/>
          </a:prstGeom>
        </p:spPr>
      </p:pic>
    </p:spTree>
    <p:extLst>
      <p:ext uri="{BB962C8B-B14F-4D97-AF65-F5344CB8AC3E}">
        <p14:creationId xmlns:p14="http://schemas.microsoft.com/office/powerpoint/2010/main" val="1551610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D7D9D-8912-8979-6CE1-52BCA6779F3C}"/>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BE3F2A29-5088-F9FF-196F-3496173C5B35}"/>
              </a:ext>
            </a:extLst>
          </p:cNvPr>
          <p:cNvSpPr>
            <a:spLocks noGrp="1"/>
          </p:cNvSpPr>
          <p:nvPr>
            <p:ph type="sldNum" sz="quarter" idx="12"/>
          </p:nvPr>
        </p:nvSpPr>
        <p:spPr/>
        <p:txBody>
          <a:bodyPr/>
          <a:lstStyle/>
          <a:p>
            <a:pPr rtl="0"/>
            <a:fld id="{7DC1BBB0-96F0-4077-A278-0F3FB5C104D3}" type="slidenum">
              <a:rPr lang="pt-BR" noProof="0" smtClean="0"/>
              <a:pPr rtl="0"/>
              <a:t>21</a:t>
            </a:fld>
            <a:endParaRPr lang="pt-BR" noProof="0"/>
          </a:p>
        </p:txBody>
      </p:sp>
      <p:sp>
        <p:nvSpPr>
          <p:cNvPr id="6" name="CaixaDeTexto 5">
            <a:extLst>
              <a:ext uri="{FF2B5EF4-FFF2-40B4-BE49-F238E27FC236}">
                <a16:creationId xmlns:a16="http://schemas.microsoft.com/office/drawing/2014/main" id="{76A6CC59-4A60-C996-A6F0-A1DB09292F6D}"/>
              </a:ext>
            </a:extLst>
          </p:cNvPr>
          <p:cNvSpPr txBox="1"/>
          <p:nvPr/>
        </p:nvSpPr>
        <p:spPr>
          <a:xfrm>
            <a:off x="3883043" y="581975"/>
            <a:ext cx="403145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2000" b="1" dirty="0">
                <a:latin typeface="+mj-lt"/>
                <a:cs typeface="Arial"/>
              </a:rPr>
              <a:t>Diagrama UML – Casos de Uso</a:t>
            </a:r>
            <a:endParaRPr lang="pt-BR" sz="2000" dirty="0">
              <a:latin typeface="+mj-lt"/>
            </a:endParaRPr>
          </a:p>
        </p:txBody>
      </p:sp>
      <p:sp>
        <p:nvSpPr>
          <p:cNvPr id="4" name="Subtítulo 2">
            <a:extLst>
              <a:ext uri="{FF2B5EF4-FFF2-40B4-BE49-F238E27FC236}">
                <a16:creationId xmlns:a16="http://schemas.microsoft.com/office/drawing/2014/main" id="{39F968C2-C134-6765-4A68-E0D36CA49278}"/>
              </a:ext>
            </a:extLst>
          </p:cNvPr>
          <p:cNvSpPr txBox="1">
            <a:spLocks/>
          </p:cNvSpPr>
          <p:nvPr/>
        </p:nvSpPr>
        <p:spPr>
          <a:xfrm>
            <a:off x="1038751" y="4833657"/>
            <a:ext cx="2102879" cy="461411"/>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1100" b="1" dirty="0"/>
              <a:t>Fonte</a:t>
            </a:r>
            <a:r>
              <a:rPr lang="pt-BR" sz="1100" dirty="0"/>
              <a:t>: Elaboração Própria - Draw.io</a:t>
            </a:r>
          </a:p>
        </p:txBody>
      </p:sp>
      <p:sp>
        <p:nvSpPr>
          <p:cNvPr id="7" name="CaixaDeTexto 6">
            <a:extLst>
              <a:ext uri="{FF2B5EF4-FFF2-40B4-BE49-F238E27FC236}">
                <a16:creationId xmlns:a16="http://schemas.microsoft.com/office/drawing/2014/main" id="{93478A0D-8898-A546-9A4E-3E83E85B74E3}"/>
              </a:ext>
            </a:extLst>
          </p:cNvPr>
          <p:cNvSpPr txBox="1"/>
          <p:nvPr/>
        </p:nvSpPr>
        <p:spPr>
          <a:xfrm>
            <a:off x="3980878" y="1273547"/>
            <a:ext cx="11008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b="1" dirty="0">
                <a:latin typeface="+mj-lt"/>
                <a:cs typeface="Arial"/>
              </a:rPr>
              <a:t>Recorte</a:t>
            </a:r>
          </a:p>
        </p:txBody>
      </p:sp>
      <p:pic>
        <p:nvPicPr>
          <p:cNvPr id="11" name="Imagem 10" descr="Diagrama&#10;&#10;O conteúdo gerado por IA pode estar incorreto.">
            <a:extLst>
              <a:ext uri="{FF2B5EF4-FFF2-40B4-BE49-F238E27FC236}">
                <a16:creationId xmlns:a16="http://schemas.microsoft.com/office/drawing/2014/main" id="{D1B1244F-8D9E-9509-10AB-F6AF8F97F2CF}"/>
              </a:ext>
            </a:extLst>
          </p:cNvPr>
          <p:cNvPicPr>
            <a:picLocks noChangeAspect="1"/>
          </p:cNvPicPr>
          <p:nvPr/>
        </p:nvPicPr>
        <p:blipFill>
          <a:blip r:embed="rId3"/>
          <a:stretch>
            <a:fillRect/>
          </a:stretch>
        </p:blipFill>
        <p:spPr>
          <a:xfrm>
            <a:off x="1015226" y="1067859"/>
            <a:ext cx="2107118" cy="3752491"/>
          </a:xfrm>
          <a:prstGeom prst="rect">
            <a:avLst/>
          </a:prstGeom>
          <a:ln>
            <a:solidFill>
              <a:schemeClr val="tx2"/>
            </a:solidFill>
          </a:ln>
        </p:spPr>
      </p:pic>
      <p:pic>
        <p:nvPicPr>
          <p:cNvPr id="14" name="Imagem 13" descr="Diagrama&#10;&#10;O conteúdo gerado por IA pode estar incorreto.">
            <a:extLst>
              <a:ext uri="{FF2B5EF4-FFF2-40B4-BE49-F238E27FC236}">
                <a16:creationId xmlns:a16="http://schemas.microsoft.com/office/drawing/2014/main" id="{93572E5E-81AF-8327-BF6E-AED1FF17F075}"/>
              </a:ext>
            </a:extLst>
          </p:cNvPr>
          <p:cNvPicPr>
            <a:picLocks noChangeAspect="1"/>
          </p:cNvPicPr>
          <p:nvPr/>
        </p:nvPicPr>
        <p:blipFill>
          <a:blip r:embed="rId4"/>
          <a:stretch>
            <a:fillRect/>
          </a:stretch>
        </p:blipFill>
        <p:spPr>
          <a:xfrm>
            <a:off x="3562620" y="1646943"/>
            <a:ext cx="6368094" cy="5085411"/>
          </a:xfrm>
          <a:prstGeom prst="rect">
            <a:avLst/>
          </a:prstGeom>
          <a:ln>
            <a:solidFill>
              <a:schemeClr val="tx2"/>
            </a:solidFill>
          </a:ln>
        </p:spPr>
      </p:pic>
      <p:sp>
        <p:nvSpPr>
          <p:cNvPr id="17" name="Espaço Reservado para Rodapé 6">
            <a:extLst>
              <a:ext uri="{FF2B5EF4-FFF2-40B4-BE49-F238E27FC236}">
                <a16:creationId xmlns:a16="http://schemas.microsoft.com/office/drawing/2014/main" id="{2FFBE7A3-4C42-09EC-DB05-3F2004F93054}"/>
              </a:ext>
            </a:extLst>
          </p:cNvPr>
          <p:cNvSpPr>
            <a:spLocks noGrp="1"/>
          </p:cNvSpPr>
          <p:nvPr>
            <p:ph type="ftr" sz="quarter" idx="11"/>
          </p:nvPr>
        </p:nvSpPr>
        <p:spPr>
          <a:xfrm>
            <a:off x="8927432" y="6571026"/>
            <a:ext cx="1995492" cy="365125"/>
          </a:xfrm>
        </p:spPr>
        <p:txBody>
          <a:bodyPr/>
          <a:lstStyle/>
          <a:p>
            <a:pPr rtl="0"/>
            <a:r>
              <a:rPr lang="pt-BR" noProof="0" dirty="0"/>
              <a:t>Equipe_04</a:t>
            </a:r>
          </a:p>
        </p:txBody>
      </p:sp>
      <p:sp>
        <p:nvSpPr>
          <p:cNvPr id="10" name="Seta: para a Direita 9">
            <a:extLst>
              <a:ext uri="{FF2B5EF4-FFF2-40B4-BE49-F238E27FC236}">
                <a16:creationId xmlns:a16="http://schemas.microsoft.com/office/drawing/2014/main" id="{982891FB-7A6C-5CF8-98E1-16D219182686}"/>
              </a:ext>
            </a:extLst>
          </p:cNvPr>
          <p:cNvSpPr/>
          <p:nvPr/>
        </p:nvSpPr>
        <p:spPr>
          <a:xfrm>
            <a:off x="3215592" y="1353976"/>
            <a:ext cx="698912" cy="19598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Gráfico 1">
            <a:extLst>
              <a:ext uri="{FF2B5EF4-FFF2-40B4-BE49-F238E27FC236}">
                <a16:creationId xmlns:a16="http://schemas.microsoft.com/office/drawing/2014/main" id="{A02165C3-767C-64E4-30DF-F6336D0E91E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98608" y="-132370"/>
            <a:ext cx="2600325" cy="914400"/>
          </a:xfrm>
          <a:prstGeom prst="rect">
            <a:avLst/>
          </a:prstGeom>
        </p:spPr>
      </p:pic>
    </p:spTree>
    <p:extLst>
      <p:ext uri="{BB962C8B-B14F-4D97-AF65-F5344CB8AC3E}">
        <p14:creationId xmlns:p14="http://schemas.microsoft.com/office/powerpoint/2010/main" val="2630134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60725-736A-EC67-22CE-C5C68CC93618}"/>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B00A20AD-AAF7-8B5E-FEFE-C1D6FFED0307}"/>
              </a:ext>
            </a:extLst>
          </p:cNvPr>
          <p:cNvSpPr>
            <a:spLocks noGrp="1"/>
          </p:cNvSpPr>
          <p:nvPr>
            <p:ph type="sldNum" sz="quarter" idx="12"/>
          </p:nvPr>
        </p:nvSpPr>
        <p:spPr/>
        <p:txBody>
          <a:bodyPr/>
          <a:lstStyle/>
          <a:p>
            <a:pPr rtl="0"/>
            <a:fld id="{7DC1BBB0-96F0-4077-A278-0F3FB5C104D3}" type="slidenum">
              <a:rPr lang="pt-BR" noProof="0" smtClean="0"/>
              <a:pPr rtl="0"/>
              <a:t>22</a:t>
            </a:fld>
            <a:endParaRPr lang="pt-BR" noProof="0"/>
          </a:p>
        </p:txBody>
      </p:sp>
      <p:sp>
        <p:nvSpPr>
          <p:cNvPr id="5" name="Espaço reservado para conteúdo 13">
            <a:extLst>
              <a:ext uri="{FF2B5EF4-FFF2-40B4-BE49-F238E27FC236}">
                <a16:creationId xmlns:a16="http://schemas.microsoft.com/office/drawing/2014/main" id="{1095BE55-3229-D950-402F-160679E2F6F6}"/>
              </a:ext>
            </a:extLst>
          </p:cNvPr>
          <p:cNvSpPr txBox="1">
            <a:spLocks/>
          </p:cNvSpPr>
          <p:nvPr/>
        </p:nvSpPr>
        <p:spPr>
          <a:xfrm>
            <a:off x="1053852" y="2017346"/>
            <a:ext cx="9685552" cy="4704130"/>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246380" indent="0" algn="just">
              <a:lnSpc>
                <a:spcPct val="120000"/>
              </a:lnSpc>
            </a:pPr>
            <a:endParaRPr lang="pt-BR" sz="4800" dirty="0">
              <a:latin typeface="Arial"/>
              <a:cs typeface="Arial"/>
            </a:endParaRPr>
          </a:p>
          <a:p>
            <a:pPr marL="0" lvl="0" indent="0">
              <a:lnSpc>
                <a:spcPct val="120000"/>
              </a:lnSpc>
              <a:buNone/>
            </a:pPr>
            <a:endParaRPr lang="pt-BR" sz="2400" b="1" dirty="0">
              <a:latin typeface="Arial" panose="020B0604020202020204" pitchFamily="34" charset="0"/>
              <a:cs typeface="Arial" panose="020B0604020202020204" pitchFamily="34" charset="0"/>
            </a:endParaRPr>
          </a:p>
          <a:p>
            <a:pPr marL="0" lvl="0" indent="0">
              <a:buNone/>
            </a:pPr>
            <a:endParaRPr lang="pt-BR" sz="2400" b="1" dirty="0">
              <a:latin typeface="Arial" panose="020B0604020202020204" pitchFamily="34" charset="0"/>
              <a:cs typeface="Arial" panose="020B0604020202020204" pitchFamily="34" charset="0"/>
            </a:endParaRPr>
          </a:p>
          <a:p>
            <a:pPr marL="0" lvl="0" indent="0">
              <a:buNone/>
            </a:pPr>
            <a:endParaRPr lang="pt-BR" sz="2400" b="1" dirty="0">
              <a:latin typeface="Arial" panose="020B0604020202020204" pitchFamily="34" charset="0"/>
              <a:cs typeface="Arial" panose="020B0604020202020204" pitchFamily="34" charset="0"/>
            </a:endParaRPr>
          </a:p>
          <a:p>
            <a:pPr marL="0" lvl="0" indent="0">
              <a:buNone/>
            </a:pPr>
            <a:endParaRPr lang="pt-BR" sz="2400" b="1" dirty="0">
              <a:latin typeface="Arial" panose="020B0604020202020204" pitchFamily="34" charset="0"/>
              <a:cs typeface="Arial" panose="020B0604020202020204" pitchFamily="34" charset="0"/>
            </a:endParaRPr>
          </a:p>
          <a:p>
            <a:pPr marL="0" lvl="0" indent="0">
              <a:buNone/>
            </a:pPr>
            <a:r>
              <a:rPr lang="pt-BR" sz="2400" b="1" dirty="0">
                <a:latin typeface="Arial"/>
                <a:cs typeface="Arial"/>
              </a:rPr>
              <a:t> </a:t>
            </a:r>
            <a:endParaRPr lang="pt-BR" sz="2300" dirty="0">
              <a:latin typeface="Arial"/>
              <a:cs typeface="Arial"/>
            </a:endParaRPr>
          </a:p>
          <a:p>
            <a:pPr marL="246380" lvl="0" indent="-246380"/>
            <a:r>
              <a:rPr lang="pt-BR" sz="1600" dirty="0">
                <a:latin typeface="Arial"/>
                <a:cs typeface="Arial"/>
              </a:rPr>
              <a:t>,</a:t>
            </a:r>
          </a:p>
        </p:txBody>
      </p:sp>
      <p:sp>
        <p:nvSpPr>
          <p:cNvPr id="13" name="Subtítulo 2">
            <a:extLst>
              <a:ext uri="{FF2B5EF4-FFF2-40B4-BE49-F238E27FC236}">
                <a16:creationId xmlns:a16="http://schemas.microsoft.com/office/drawing/2014/main" id="{40CFAF8D-758A-0FE3-0FEF-6E87E0B20EAB}"/>
              </a:ext>
            </a:extLst>
          </p:cNvPr>
          <p:cNvSpPr txBox="1">
            <a:spLocks/>
          </p:cNvSpPr>
          <p:nvPr/>
        </p:nvSpPr>
        <p:spPr>
          <a:xfrm>
            <a:off x="1053852" y="581999"/>
            <a:ext cx="9712944" cy="5661416"/>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2000" b="1" dirty="0"/>
              <a:t>Projeto de Banco de Dados  - Conceitual</a:t>
            </a:r>
          </a:p>
        </p:txBody>
      </p:sp>
      <p:sp>
        <p:nvSpPr>
          <p:cNvPr id="40" name="Espaço Reservado para Rodapé 6">
            <a:extLst>
              <a:ext uri="{FF2B5EF4-FFF2-40B4-BE49-F238E27FC236}">
                <a16:creationId xmlns:a16="http://schemas.microsoft.com/office/drawing/2014/main" id="{77602CD7-F15A-A8B0-B345-EADA248753B0}"/>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pic>
        <p:nvPicPr>
          <p:cNvPr id="4" name="Imagem 3">
            <a:extLst>
              <a:ext uri="{FF2B5EF4-FFF2-40B4-BE49-F238E27FC236}">
                <a16:creationId xmlns:a16="http://schemas.microsoft.com/office/drawing/2014/main" id="{E54E2BD1-2340-9DBE-2DCF-3E73BD734AD5}"/>
              </a:ext>
            </a:extLst>
          </p:cNvPr>
          <p:cNvPicPr>
            <a:picLocks noChangeAspect="1"/>
          </p:cNvPicPr>
          <p:nvPr/>
        </p:nvPicPr>
        <p:blipFill>
          <a:blip r:embed="rId3"/>
          <a:stretch>
            <a:fillRect/>
          </a:stretch>
        </p:blipFill>
        <p:spPr>
          <a:xfrm>
            <a:off x="2606334" y="1035523"/>
            <a:ext cx="6976155" cy="5019181"/>
          </a:xfrm>
          <a:prstGeom prst="rect">
            <a:avLst/>
          </a:prstGeom>
        </p:spPr>
      </p:pic>
      <p:sp>
        <p:nvSpPr>
          <p:cNvPr id="6" name="Subtítulo 2">
            <a:extLst>
              <a:ext uri="{FF2B5EF4-FFF2-40B4-BE49-F238E27FC236}">
                <a16:creationId xmlns:a16="http://schemas.microsoft.com/office/drawing/2014/main" id="{6FE1F9D3-6CBB-AD6D-FFD4-D693879EF678}"/>
              </a:ext>
            </a:extLst>
          </p:cNvPr>
          <p:cNvSpPr txBox="1">
            <a:spLocks/>
          </p:cNvSpPr>
          <p:nvPr/>
        </p:nvSpPr>
        <p:spPr>
          <a:xfrm>
            <a:off x="2606334" y="6163508"/>
            <a:ext cx="6378121" cy="231374"/>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1100" b="1" dirty="0"/>
              <a:t>Fonte</a:t>
            </a:r>
            <a:r>
              <a:rPr lang="pt-BR" sz="1100" dirty="0"/>
              <a:t>: Elaboração Própria - Draw.io</a:t>
            </a:r>
          </a:p>
        </p:txBody>
      </p:sp>
      <p:pic>
        <p:nvPicPr>
          <p:cNvPr id="2" name="Gráfico 1">
            <a:extLst>
              <a:ext uri="{FF2B5EF4-FFF2-40B4-BE49-F238E27FC236}">
                <a16:creationId xmlns:a16="http://schemas.microsoft.com/office/drawing/2014/main" id="{D2321A69-AE28-6D42-EF76-8BCB31548E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98608" y="-132370"/>
            <a:ext cx="2600325" cy="914400"/>
          </a:xfrm>
          <a:prstGeom prst="rect">
            <a:avLst/>
          </a:prstGeom>
        </p:spPr>
      </p:pic>
    </p:spTree>
    <p:extLst>
      <p:ext uri="{BB962C8B-B14F-4D97-AF65-F5344CB8AC3E}">
        <p14:creationId xmlns:p14="http://schemas.microsoft.com/office/powerpoint/2010/main" val="742040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E7AC7-D53B-0445-7AC7-83B9BEA360EE}"/>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3C0AEF17-0260-D468-65B8-DF786A65EBCA}"/>
              </a:ext>
            </a:extLst>
          </p:cNvPr>
          <p:cNvSpPr>
            <a:spLocks noGrp="1"/>
          </p:cNvSpPr>
          <p:nvPr>
            <p:ph type="sldNum" sz="quarter" idx="12"/>
          </p:nvPr>
        </p:nvSpPr>
        <p:spPr/>
        <p:txBody>
          <a:bodyPr/>
          <a:lstStyle/>
          <a:p>
            <a:pPr rtl="0"/>
            <a:fld id="{7DC1BBB0-96F0-4077-A278-0F3FB5C104D3}" type="slidenum">
              <a:rPr lang="pt-BR" noProof="0" smtClean="0"/>
              <a:pPr rtl="0"/>
              <a:t>23</a:t>
            </a:fld>
            <a:endParaRPr lang="pt-BR" noProof="0"/>
          </a:p>
        </p:txBody>
      </p:sp>
      <p:sp>
        <p:nvSpPr>
          <p:cNvPr id="2" name="Subtítulo 2">
            <a:extLst>
              <a:ext uri="{FF2B5EF4-FFF2-40B4-BE49-F238E27FC236}">
                <a16:creationId xmlns:a16="http://schemas.microsoft.com/office/drawing/2014/main" id="{B9F771FA-3302-7174-B662-4E794B1672F4}"/>
              </a:ext>
            </a:extLst>
          </p:cNvPr>
          <p:cNvSpPr txBox="1">
            <a:spLocks/>
          </p:cNvSpPr>
          <p:nvPr/>
        </p:nvSpPr>
        <p:spPr>
          <a:xfrm>
            <a:off x="1053852" y="581999"/>
            <a:ext cx="9712944" cy="5661416"/>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2000" b="1" dirty="0"/>
              <a:t>Projeto de Banco de Dados  - Lógico</a:t>
            </a:r>
          </a:p>
        </p:txBody>
      </p:sp>
      <p:sp>
        <p:nvSpPr>
          <p:cNvPr id="7" name="Subtítulo 2">
            <a:extLst>
              <a:ext uri="{FF2B5EF4-FFF2-40B4-BE49-F238E27FC236}">
                <a16:creationId xmlns:a16="http://schemas.microsoft.com/office/drawing/2014/main" id="{DAFDC2E1-2393-AC4E-D3C9-250AF93D26D6}"/>
              </a:ext>
            </a:extLst>
          </p:cNvPr>
          <p:cNvSpPr txBox="1">
            <a:spLocks/>
          </p:cNvSpPr>
          <p:nvPr/>
        </p:nvSpPr>
        <p:spPr>
          <a:xfrm>
            <a:off x="4183497" y="6591085"/>
            <a:ext cx="3818393" cy="269014"/>
          </a:xfrm>
          <a:prstGeom prst="rect">
            <a:avLst/>
          </a:prstGeom>
        </p:spPr>
        <p:txBody>
          <a:bodyPr vert="horz" lIns="91440" tIns="45720" rIns="91440" bIns="45720" rtlCol="0" anchor="t">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1100" b="1" dirty="0"/>
              <a:t>Fonte</a:t>
            </a:r>
            <a:r>
              <a:rPr lang="pt-BR" sz="1100" dirty="0"/>
              <a:t>: Elaboração Própria - </a:t>
            </a:r>
            <a:r>
              <a:rPr lang="pt-BR" sz="1100" dirty="0">
                <a:ea typeface="+mn-lt"/>
                <a:cs typeface="+mn-lt"/>
              </a:rPr>
              <a:t>MySQL Workbench</a:t>
            </a:r>
            <a:endParaRPr lang="pt-BR" sz="1100" dirty="0"/>
          </a:p>
        </p:txBody>
      </p:sp>
      <p:pic>
        <p:nvPicPr>
          <p:cNvPr id="9" name="Imagem 8">
            <a:extLst>
              <a:ext uri="{FF2B5EF4-FFF2-40B4-BE49-F238E27FC236}">
                <a16:creationId xmlns:a16="http://schemas.microsoft.com/office/drawing/2014/main" id="{2289EEB5-BD8F-7338-6B6D-A15EC4D46772}"/>
              </a:ext>
            </a:extLst>
          </p:cNvPr>
          <p:cNvPicPr>
            <a:picLocks noChangeAspect="1"/>
          </p:cNvPicPr>
          <p:nvPr/>
        </p:nvPicPr>
        <p:blipFill>
          <a:blip r:embed="rId3"/>
          <a:srcRect l="25490" t="12639" r="12549" b="53750"/>
          <a:stretch>
            <a:fillRect/>
          </a:stretch>
        </p:blipFill>
        <p:spPr>
          <a:xfrm>
            <a:off x="2484094" y="1009650"/>
            <a:ext cx="7228174" cy="5534033"/>
          </a:xfrm>
          <a:prstGeom prst="rect">
            <a:avLst/>
          </a:prstGeom>
        </p:spPr>
      </p:pic>
      <p:sp>
        <p:nvSpPr>
          <p:cNvPr id="40" name="Espaço Reservado para Rodapé 6">
            <a:extLst>
              <a:ext uri="{FF2B5EF4-FFF2-40B4-BE49-F238E27FC236}">
                <a16:creationId xmlns:a16="http://schemas.microsoft.com/office/drawing/2014/main" id="{57EF84EB-57D9-B361-41A3-1FA29DB07B9C}"/>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pic>
        <p:nvPicPr>
          <p:cNvPr id="3" name="Gráfico 2">
            <a:extLst>
              <a:ext uri="{FF2B5EF4-FFF2-40B4-BE49-F238E27FC236}">
                <a16:creationId xmlns:a16="http://schemas.microsoft.com/office/drawing/2014/main" id="{D93CC01F-3AF5-3092-05B4-C2B6954C07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98608" y="-132370"/>
            <a:ext cx="2600325" cy="914400"/>
          </a:xfrm>
          <a:prstGeom prst="rect">
            <a:avLst/>
          </a:prstGeom>
        </p:spPr>
      </p:pic>
    </p:spTree>
    <p:extLst>
      <p:ext uri="{BB962C8B-B14F-4D97-AF65-F5344CB8AC3E}">
        <p14:creationId xmlns:p14="http://schemas.microsoft.com/office/powerpoint/2010/main" val="3465091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9FC12-0E2D-76FF-5217-80CF1E4CBCD2}"/>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38DF5C06-6DA6-BE94-DDA7-668AB640CF65}"/>
              </a:ext>
            </a:extLst>
          </p:cNvPr>
          <p:cNvSpPr>
            <a:spLocks noGrp="1"/>
          </p:cNvSpPr>
          <p:nvPr>
            <p:ph type="sldNum" sz="quarter" idx="12"/>
          </p:nvPr>
        </p:nvSpPr>
        <p:spPr/>
        <p:txBody>
          <a:bodyPr/>
          <a:lstStyle/>
          <a:p>
            <a:pPr rtl="0"/>
            <a:fld id="{7DC1BBB0-96F0-4077-A278-0F3FB5C104D3}" type="slidenum">
              <a:rPr lang="pt-BR" noProof="0" smtClean="0"/>
              <a:pPr rtl="0"/>
              <a:t>24</a:t>
            </a:fld>
            <a:endParaRPr lang="pt-BR" noProof="0"/>
          </a:p>
        </p:txBody>
      </p:sp>
      <p:sp>
        <p:nvSpPr>
          <p:cNvPr id="5" name="Espaço reservado para conteúdo 13">
            <a:extLst>
              <a:ext uri="{FF2B5EF4-FFF2-40B4-BE49-F238E27FC236}">
                <a16:creationId xmlns:a16="http://schemas.microsoft.com/office/drawing/2014/main" id="{9E39BF04-F42D-ADB4-1319-7428033AE7F2}"/>
              </a:ext>
            </a:extLst>
          </p:cNvPr>
          <p:cNvSpPr txBox="1">
            <a:spLocks/>
          </p:cNvSpPr>
          <p:nvPr/>
        </p:nvSpPr>
        <p:spPr>
          <a:xfrm>
            <a:off x="1053852" y="2237723"/>
            <a:ext cx="6397715" cy="4704130"/>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just">
              <a:buNone/>
            </a:pPr>
            <a:endParaRPr lang="pt-BR" dirty="0"/>
          </a:p>
        </p:txBody>
      </p:sp>
      <p:sp>
        <p:nvSpPr>
          <p:cNvPr id="12" name="Título 1">
            <a:extLst>
              <a:ext uri="{FF2B5EF4-FFF2-40B4-BE49-F238E27FC236}">
                <a16:creationId xmlns:a16="http://schemas.microsoft.com/office/drawing/2014/main" id="{D3490AA3-D73B-9456-5FCD-16BAD325165F}"/>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E4A74BED-3DB1-4FF1-67E9-8C6094D00739}"/>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grpSp>
        <p:nvGrpSpPr>
          <p:cNvPr id="33" name="Agrupar 32">
            <a:extLst>
              <a:ext uri="{FF2B5EF4-FFF2-40B4-BE49-F238E27FC236}">
                <a16:creationId xmlns:a16="http://schemas.microsoft.com/office/drawing/2014/main" id="{A426871C-3156-71E2-7C55-1B9E32140A54}"/>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754487F6-2110-CA5A-6236-81B3E0F7CB27}"/>
                </a:ext>
              </a:extLst>
            </p:cNvPr>
            <p:cNvPicPr>
              <a:picLocks noChangeAspect="1"/>
            </p:cNvPicPr>
            <p:nvPr/>
          </p:nvPicPr>
          <p:blipFill>
            <a:blip r:embed="rId3"/>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D2A978EB-0B9F-F917-7BA6-2649982CB5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92828971-7ED9-479A-B1E4-779240267EC7}"/>
                </a:ext>
              </a:extLst>
            </p:cNvPr>
            <p:cNvPicPr>
              <a:picLocks noChangeAspect="1"/>
            </p:cNvPicPr>
            <p:nvPr/>
          </p:nvPicPr>
          <p:blipFill>
            <a:blip r:embed="rId5"/>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F39267F9-E643-8F82-33CD-1CA9B06CA425}"/>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91FA82FE-4380-03E3-3164-D2CF8DBDC3C4}"/>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7632A7B9-4ADB-9218-DFB6-05E4EBCF5E16}"/>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DEC74100-3FAB-6904-16B9-7C658857E6B1}"/>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pic>
        <p:nvPicPr>
          <p:cNvPr id="2" name="Imagem 1" descr="Ícone&#10;&#10;O conteúdo gerado por IA pode estar incorreto.">
            <a:extLst>
              <a:ext uri="{FF2B5EF4-FFF2-40B4-BE49-F238E27FC236}">
                <a16:creationId xmlns:a16="http://schemas.microsoft.com/office/drawing/2014/main" id="{0CEEE6D3-7F53-BA51-F774-9F086F44F82E}"/>
              </a:ext>
            </a:extLst>
          </p:cNvPr>
          <p:cNvPicPr>
            <a:picLocks noChangeAspect="1"/>
          </p:cNvPicPr>
          <p:nvPr/>
        </p:nvPicPr>
        <p:blipFill>
          <a:blip r:embed="rId6"/>
          <a:stretch>
            <a:fillRect/>
          </a:stretch>
        </p:blipFill>
        <p:spPr>
          <a:xfrm>
            <a:off x="8086174" y="2657475"/>
            <a:ext cx="1991764" cy="2009775"/>
          </a:xfrm>
          <a:prstGeom prst="rect">
            <a:avLst/>
          </a:prstGeom>
          <a:effectLst>
            <a:reflection stA="52000" endPos="35000" dist="114300" dir="5400000" sy="-100000" algn="bl" rotWithShape="0"/>
          </a:effectLst>
        </p:spPr>
      </p:pic>
      <p:pic>
        <p:nvPicPr>
          <p:cNvPr id="7" name="Gráfico 6">
            <a:extLst>
              <a:ext uri="{FF2B5EF4-FFF2-40B4-BE49-F238E27FC236}">
                <a16:creationId xmlns:a16="http://schemas.microsoft.com/office/drawing/2014/main" id="{7D7C697D-1803-95CF-9729-5D388F09F67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0" y="-77688"/>
            <a:ext cx="2600325" cy="914400"/>
          </a:xfrm>
          <a:prstGeom prst="rect">
            <a:avLst/>
          </a:prstGeom>
        </p:spPr>
      </p:pic>
      <p:sp>
        <p:nvSpPr>
          <p:cNvPr id="3" name="Espaço reservado para conteúdo 13">
            <a:extLst>
              <a:ext uri="{FF2B5EF4-FFF2-40B4-BE49-F238E27FC236}">
                <a16:creationId xmlns:a16="http://schemas.microsoft.com/office/drawing/2014/main" id="{C427B9E5-8252-FF00-A2A6-EAF720597665}"/>
              </a:ext>
            </a:extLst>
          </p:cNvPr>
          <p:cNvSpPr txBox="1">
            <a:spLocks/>
          </p:cNvSpPr>
          <p:nvPr/>
        </p:nvSpPr>
        <p:spPr>
          <a:xfrm>
            <a:off x="1106458" y="2254807"/>
            <a:ext cx="6108710" cy="3097167"/>
          </a:xfrm>
          <a:prstGeom prst="rect">
            <a:avLst/>
          </a:prstGeom>
        </p:spPr>
        <p:txBody>
          <a:bodyPr lIns="91440" tIns="45720" rIns="91440" bIns="45720" rtlCol="0" anchor="t">
            <a:normAutofit fontScale="85000" lnSpcReduction="10000"/>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400" b="1" dirty="0">
                <a:cs typeface="Arial"/>
              </a:rPr>
              <a:t>Fundamentação Teórica</a:t>
            </a:r>
            <a:r>
              <a:rPr lang="pt-BR" sz="2400" b="1" dirty="0"/>
              <a:t>:</a:t>
            </a:r>
          </a:p>
          <a:p>
            <a:pPr marL="246380" indent="-246380" algn="just">
              <a:buFont typeface="Euphemia,Sans-Serif" pitchFamily="34" charset="0"/>
              <a:buChar char="›"/>
            </a:pPr>
            <a:r>
              <a:rPr lang="pt-BR" sz="1600" dirty="0">
                <a:ea typeface="+mn-lt"/>
                <a:cs typeface="+mn-lt"/>
              </a:rPr>
              <a:t>Produzir uma redação dentro dos </a:t>
            </a:r>
            <a:r>
              <a:rPr lang="pt-BR" sz="1600" b="1" dirty="0">
                <a:ea typeface="+mn-lt"/>
                <a:cs typeface="+mn-lt"/>
              </a:rPr>
              <a:t>critérios</a:t>
            </a:r>
            <a:r>
              <a:rPr lang="pt-BR" sz="1600" dirty="0">
                <a:ea typeface="+mn-lt"/>
                <a:cs typeface="+mn-lt"/>
              </a:rPr>
              <a:t> do </a:t>
            </a:r>
            <a:r>
              <a:rPr lang="pt-BR" sz="1600" b="1" dirty="0">
                <a:ea typeface="+mn-lt"/>
                <a:cs typeface="+mn-lt"/>
              </a:rPr>
              <a:t>ENEM</a:t>
            </a:r>
            <a:r>
              <a:rPr lang="pt-BR" sz="1600" dirty="0">
                <a:ea typeface="+mn-lt"/>
                <a:cs typeface="+mn-lt"/>
              </a:rPr>
              <a:t> é um </a:t>
            </a:r>
            <a:r>
              <a:rPr lang="pt-BR" sz="1600" b="1" dirty="0">
                <a:ea typeface="+mn-lt"/>
                <a:cs typeface="+mn-lt"/>
              </a:rPr>
              <a:t>desafios</a:t>
            </a:r>
            <a:r>
              <a:rPr lang="pt-BR" sz="1600" dirty="0">
                <a:ea typeface="+mn-lt"/>
                <a:cs typeface="+mn-lt"/>
              </a:rPr>
              <a:t> para os estudantes, sendo a </a:t>
            </a:r>
            <a:r>
              <a:rPr lang="pt-BR" sz="1600" b="1" dirty="0">
                <a:ea typeface="+mn-lt"/>
                <a:cs typeface="+mn-lt"/>
              </a:rPr>
              <a:t>produção</a:t>
            </a:r>
            <a:r>
              <a:rPr lang="pt-BR" sz="1600" dirty="0">
                <a:ea typeface="+mn-lt"/>
                <a:cs typeface="+mn-lt"/>
              </a:rPr>
              <a:t> </a:t>
            </a:r>
            <a:r>
              <a:rPr lang="pt-BR" sz="1600" b="1" dirty="0">
                <a:ea typeface="+mn-lt"/>
                <a:cs typeface="+mn-lt"/>
              </a:rPr>
              <a:t>textual</a:t>
            </a:r>
            <a:r>
              <a:rPr lang="pt-BR" sz="1600" dirty="0">
                <a:ea typeface="+mn-lt"/>
                <a:cs typeface="+mn-lt"/>
              </a:rPr>
              <a:t> uma das </a:t>
            </a:r>
            <a:r>
              <a:rPr lang="pt-BR" sz="1600" b="1" dirty="0">
                <a:ea typeface="+mn-lt"/>
                <a:cs typeface="+mn-lt"/>
              </a:rPr>
              <a:t>competências</a:t>
            </a:r>
            <a:r>
              <a:rPr lang="pt-BR" sz="1600" dirty="0">
                <a:ea typeface="+mn-lt"/>
                <a:cs typeface="+mn-lt"/>
              </a:rPr>
              <a:t> mais exigentes da </a:t>
            </a:r>
            <a:r>
              <a:rPr lang="pt-BR" sz="1600" b="1" dirty="0">
                <a:ea typeface="+mn-lt"/>
                <a:cs typeface="+mn-lt"/>
              </a:rPr>
              <a:t>formação básica</a:t>
            </a:r>
            <a:r>
              <a:rPr lang="pt-BR" sz="1600" dirty="0">
                <a:ea typeface="+mn-lt"/>
                <a:cs typeface="+mn-lt"/>
              </a:rPr>
              <a:t>. (INEP, 2025)</a:t>
            </a:r>
            <a:endParaRPr lang="pt-BR" sz="1600" dirty="0"/>
          </a:p>
          <a:p>
            <a:pPr marL="246380" indent="-246380" algn="just">
              <a:buFont typeface="Euphemia,Sans-Serif" pitchFamily="34" charset="0"/>
              <a:buChar char="›"/>
            </a:pPr>
            <a:r>
              <a:rPr lang="pt-BR" sz="1600" dirty="0">
                <a:ea typeface="+mn-lt"/>
                <a:cs typeface="+mn-lt"/>
              </a:rPr>
              <a:t>Apesar disso, muitos estudantes de escolas publicas têm </a:t>
            </a:r>
            <a:r>
              <a:rPr lang="pt-BR" sz="1600" b="1" dirty="0">
                <a:ea typeface="+mn-lt"/>
                <a:cs typeface="+mn-lt"/>
              </a:rPr>
              <a:t>acesso</a:t>
            </a:r>
            <a:r>
              <a:rPr lang="pt-BR" sz="1600" dirty="0">
                <a:ea typeface="+mn-lt"/>
                <a:cs typeface="+mn-lt"/>
              </a:rPr>
              <a:t> </a:t>
            </a:r>
            <a:r>
              <a:rPr lang="pt-BR" sz="1600" b="1" dirty="0">
                <a:ea typeface="+mn-lt"/>
                <a:cs typeface="+mn-lt"/>
              </a:rPr>
              <a:t>limitado</a:t>
            </a:r>
            <a:r>
              <a:rPr lang="pt-BR" sz="1600" dirty="0">
                <a:ea typeface="+mn-lt"/>
                <a:cs typeface="+mn-lt"/>
              </a:rPr>
              <a:t> a práticas de </a:t>
            </a:r>
            <a:r>
              <a:rPr lang="pt-BR" sz="1600" b="1" dirty="0">
                <a:ea typeface="+mn-lt"/>
                <a:cs typeface="+mn-lt"/>
              </a:rPr>
              <a:t>escrita</a:t>
            </a:r>
            <a:r>
              <a:rPr lang="pt-BR" sz="1600" dirty="0">
                <a:ea typeface="+mn-lt"/>
                <a:cs typeface="+mn-lt"/>
              </a:rPr>
              <a:t>, </a:t>
            </a:r>
            <a:r>
              <a:rPr lang="pt-BR" sz="1600" b="1" dirty="0">
                <a:ea typeface="+mn-lt"/>
                <a:cs typeface="+mn-lt"/>
              </a:rPr>
              <a:t>orientação</a:t>
            </a:r>
            <a:r>
              <a:rPr lang="pt-BR" sz="1600" dirty="0">
                <a:ea typeface="+mn-lt"/>
                <a:cs typeface="+mn-lt"/>
              </a:rPr>
              <a:t> </a:t>
            </a:r>
            <a:r>
              <a:rPr lang="pt-BR" sz="1600" b="1" dirty="0">
                <a:ea typeface="+mn-lt"/>
                <a:cs typeface="+mn-lt"/>
              </a:rPr>
              <a:t>especializada</a:t>
            </a:r>
            <a:r>
              <a:rPr lang="pt-BR" sz="1600" dirty="0">
                <a:ea typeface="+mn-lt"/>
                <a:cs typeface="+mn-lt"/>
              </a:rPr>
              <a:t> e </a:t>
            </a:r>
            <a:r>
              <a:rPr lang="pt-BR" sz="1600" b="1" dirty="0">
                <a:ea typeface="+mn-lt"/>
                <a:cs typeface="+mn-lt"/>
              </a:rPr>
              <a:t>retorno</a:t>
            </a:r>
            <a:r>
              <a:rPr lang="pt-BR" sz="1600" dirty="0">
                <a:ea typeface="+mn-lt"/>
                <a:cs typeface="+mn-lt"/>
              </a:rPr>
              <a:t> sistemático sobre seus textos. </a:t>
            </a:r>
            <a:endParaRPr lang="pt-BR" sz="1600" dirty="0"/>
          </a:p>
          <a:p>
            <a:pPr marL="246380" indent="-246380" algn="just">
              <a:buFont typeface="Euphemia,Sans-Serif" pitchFamily="34" charset="0"/>
              <a:buChar char="›"/>
            </a:pPr>
            <a:r>
              <a:rPr lang="pt-BR" sz="1600" dirty="0">
                <a:ea typeface="+mn-lt"/>
                <a:cs typeface="+mn-lt"/>
              </a:rPr>
              <a:t>Nesse cenário, tecnologias educacionais têm se mostrado alternativas </a:t>
            </a:r>
            <a:r>
              <a:rPr lang="pt-BR" sz="1600" b="1" dirty="0">
                <a:ea typeface="+mn-lt"/>
                <a:cs typeface="+mn-lt"/>
              </a:rPr>
              <a:t>promissoras</a:t>
            </a:r>
            <a:r>
              <a:rPr lang="pt-BR" sz="1600" dirty="0">
                <a:ea typeface="+mn-lt"/>
                <a:cs typeface="+mn-lt"/>
              </a:rPr>
              <a:t> para apoiar o </a:t>
            </a:r>
            <a:r>
              <a:rPr lang="pt-BR" sz="1600" b="1" dirty="0">
                <a:ea typeface="+mn-lt"/>
                <a:cs typeface="+mn-lt"/>
              </a:rPr>
              <a:t>desenvolvimento</a:t>
            </a:r>
            <a:r>
              <a:rPr lang="pt-BR" sz="1600" dirty="0">
                <a:ea typeface="+mn-lt"/>
                <a:cs typeface="+mn-lt"/>
              </a:rPr>
              <a:t> da escrita, oferecendo </a:t>
            </a:r>
            <a:r>
              <a:rPr lang="pt-BR" sz="1600" b="1" dirty="0">
                <a:ea typeface="+mn-lt"/>
                <a:cs typeface="+mn-lt"/>
              </a:rPr>
              <a:t>feedback</a:t>
            </a:r>
            <a:r>
              <a:rPr lang="pt-BR" sz="1600" dirty="0">
                <a:ea typeface="+mn-lt"/>
                <a:cs typeface="+mn-lt"/>
              </a:rPr>
              <a:t> contínuo e acessível.</a:t>
            </a:r>
            <a:endParaRPr lang="pt-BR" sz="1600" dirty="0"/>
          </a:p>
          <a:p>
            <a:pPr marL="246380" indent="-246380" algn="just">
              <a:buFont typeface="Euphemia,Sans-Serif" pitchFamily="34" charset="0"/>
              <a:buChar char="›"/>
            </a:pPr>
            <a:r>
              <a:rPr lang="pt-BR" sz="1600" dirty="0">
                <a:ea typeface="+mn-lt"/>
                <a:cs typeface="+mn-lt"/>
              </a:rPr>
              <a:t>Compreender como essas tecnologias funcionam é </a:t>
            </a:r>
            <a:r>
              <a:rPr lang="pt-BR" sz="1600" b="1" dirty="0">
                <a:ea typeface="+mn-lt"/>
                <a:cs typeface="+mn-lt"/>
              </a:rPr>
              <a:t>essencial</a:t>
            </a:r>
            <a:r>
              <a:rPr lang="pt-BR" sz="1600" dirty="0">
                <a:ea typeface="+mn-lt"/>
                <a:cs typeface="+mn-lt"/>
              </a:rPr>
              <a:t> para o desenvolvimento de ferramentas educacionais modernas como o REDA+.</a:t>
            </a:r>
            <a:endParaRPr lang="pt-BR" sz="1600" dirty="0"/>
          </a:p>
          <a:p>
            <a:pPr marL="246380" indent="-246380">
              <a:buFont typeface="Euphemia,Sans-Serif" pitchFamily="34" charset="0"/>
            </a:pPr>
            <a:endParaRPr lang="pt-BR" sz="1500" dirty="0">
              <a:latin typeface="Arial"/>
              <a:cs typeface="Arial"/>
            </a:endParaRPr>
          </a:p>
          <a:p>
            <a:pPr marL="246380" indent="-246380"/>
            <a:endParaRPr lang="pt-BR" sz="1600" dirty="0">
              <a:latin typeface="Arial"/>
              <a:ea typeface="+mn-lt"/>
              <a:cs typeface="Arial"/>
            </a:endParaRPr>
          </a:p>
        </p:txBody>
      </p:sp>
    </p:spTree>
    <p:extLst>
      <p:ext uri="{BB962C8B-B14F-4D97-AF65-F5344CB8AC3E}">
        <p14:creationId xmlns:p14="http://schemas.microsoft.com/office/powerpoint/2010/main" val="668479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81661-7A11-999C-9756-0A34773D4B75}"/>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5A087086-4C57-B815-5B7B-C9995B2CA98A}"/>
              </a:ext>
            </a:extLst>
          </p:cNvPr>
          <p:cNvSpPr>
            <a:spLocks noGrp="1"/>
          </p:cNvSpPr>
          <p:nvPr>
            <p:ph type="sldNum" sz="quarter" idx="12"/>
          </p:nvPr>
        </p:nvSpPr>
        <p:spPr/>
        <p:txBody>
          <a:bodyPr/>
          <a:lstStyle/>
          <a:p>
            <a:pPr rtl="0"/>
            <a:fld id="{7DC1BBB0-96F0-4077-A278-0F3FB5C104D3}" type="slidenum">
              <a:rPr lang="pt-BR" noProof="0" smtClean="0"/>
              <a:pPr rtl="0"/>
              <a:t>25</a:t>
            </a:fld>
            <a:endParaRPr lang="pt-BR" noProof="0"/>
          </a:p>
        </p:txBody>
      </p:sp>
      <p:sp>
        <p:nvSpPr>
          <p:cNvPr id="5" name="Espaço reservado para conteúdo 13">
            <a:extLst>
              <a:ext uri="{FF2B5EF4-FFF2-40B4-BE49-F238E27FC236}">
                <a16:creationId xmlns:a16="http://schemas.microsoft.com/office/drawing/2014/main" id="{92B64506-EDCC-BA43-86DF-A91A2CB1782F}"/>
              </a:ext>
            </a:extLst>
          </p:cNvPr>
          <p:cNvSpPr txBox="1">
            <a:spLocks/>
          </p:cNvSpPr>
          <p:nvPr/>
        </p:nvSpPr>
        <p:spPr>
          <a:xfrm>
            <a:off x="1053852" y="2237723"/>
            <a:ext cx="6399613" cy="4622008"/>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246380" indent="-246380" algn="just">
              <a:buNone/>
            </a:pPr>
            <a:endParaRPr lang="pt-BR" sz="1400" dirty="0">
              <a:solidFill>
                <a:schemeClr val="tx2"/>
              </a:solidFill>
              <a:ea typeface="+mn-lt"/>
              <a:cs typeface="Arial"/>
            </a:endParaRPr>
          </a:p>
        </p:txBody>
      </p:sp>
      <p:sp>
        <p:nvSpPr>
          <p:cNvPr id="12" name="Título 1">
            <a:extLst>
              <a:ext uri="{FF2B5EF4-FFF2-40B4-BE49-F238E27FC236}">
                <a16:creationId xmlns:a16="http://schemas.microsoft.com/office/drawing/2014/main" id="{A7ED3F3E-5A53-CD57-AE97-40E1F07A843A}"/>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A79856F8-5C5A-E25E-C511-C613E197E4A7}"/>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grpSp>
        <p:nvGrpSpPr>
          <p:cNvPr id="33" name="Agrupar 32">
            <a:extLst>
              <a:ext uri="{FF2B5EF4-FFF2-40B4-BE49-F238E27FC236}">
                <a16:creationId xmlns:a16="http://schemas.microsoft.com/office/drawing/2014/main" id="{D18CE409-AAD3-2B11-5061-2460A5362458}"/>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45EC4CCB-2A4E-7C39-60BD-A8C6AA07E950}"/>
                </a:ext>
              </a:extLst>
            </p:cNvPr>
            <p:cNvPicPr>
              <a:picLocks noChangeAspect="1"/>
            </p:cNvPicPr>
            <p:nvPr/>
          </p:nvPicPr>
          <p:blipFill>
            <a:blip r:embed="rId3"/>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DE674451-FB96-D12B-05B2-5237D3D8E1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22111DA1-4CAE-71DC-2B9A-9BAF9603286E}"/>
                </a:ext>
              </a:extLst>
            </p:cNvPr>
            <p:cNvPicPr>
              <a:picLocks noChangeAspect="1"/>
            </p:cNvPicPr>
            <p:nvPr/>
          </p:nvPicPr>
          <p:blipFill>
            <a:blip r:embed="rId5"/>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ADEDD290-43B5-4BFB-AB11-6E47F0F3B6A5}"/>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91992DE4-5B11-A2B4-D00B-42EAB4048322}"/>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9DE385DA-E739-06DB-14B6-751147682BA1}"/>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89B63063-D4A8-A71F-5CC5-645B6BAEC154}"/>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pic>
        <p:nvPicPr>
          <p:cNvPr id="2" name="Imagem 1" descr="Ícone&#10;&#10;O conteúdo gerado por IA pode estar incorreto.">
            <a:extLst>
              <a:ext uri="{FF2B5EF4-FFF2-40B4-BE49-F238E27FC236}">
                <a16:creationId xmlns:a16="http://schemas.microsoft.com/office/drawing/2014/main" id="{B1FA0AA0-CDA4-2F22-ED00-DEF140FDC9F2}"/>
              </a:ext>
            </a:extLst>
          </p:cNvPr>
          <p:cNvPicPr>
            <a:picLocks noChangeAspect="1"/>
          </p:cNvPicPr>
          <p:nvPr/>
        </p:nvPicPr>
        <p:blipFill>
          <a:blip r:embed="rId6"/>
          <a:stretch>
            <a:fillRect/>
          </a:stretch>
        </p:blipFill>
        <p:spPr>
          <a:xfrm>
            <a:off x="8076645" y="2647950"/>
            <a:ext cx="2010824" cy="2009775"/>
          </a:xfrm>
          <a:prstGeom prst="rect">
            <a:avLst/>
          </a:prstGeom>
          <a:effectLst>
            <a:reflection stA="52000" endPos="35000" dist="114300" dir="5400000" sy="-100000" algn="bl" rotWithShape="0"/>
          </a:effectLst>
        </p:spPr>
      </p:pic>
      <p:sp>
        <p:nvSpPr>
          <p:cNvPr id="11" name="CaixaDeTexto 10">
            <a:extLst>
              <a:ext uri="{FF2B5EF4-FFF2-40B4-BE49-F238E27FC236}">
                <a16:creationId xmlns:a16="http://schemas.microsoft.com/office/drawing/2014/main" id="{FFF2439A-A2B0-8EAF-F06F-147C677C40A1}"/>
              </a:ext>
            </a:extLst>
          </p:cNvPr>
          <p:cNvSpPr txBox="1"/>
          <p:nvPr/>
        </p:nvSpPr>
        <p:spPr>
          <a:xfrm>
            <a:off x="8167559" y="5475030"/>
            <a:ext cx="1922476" cy="261610"/>
          </a:xfrm>
          <a:prstGeom prst="rect">
            <a:avLst/>
          </a:prstGeom>
          <a:noFill/>
        </p:spPr>
        <p:txBody>
          <a:bodyPr wrap="square">
            <a:spAutoFit/>
          </a:bodyPr>
          <a:lstStyle/>
          <a:p>
            <a:pPr marL="0" lvl="1" algn="ctr"/>
            <a:r>
              <a:rPr lang="pt-BR" sz="1100" b="1" dirty="0"/>
              <a:t>Fonte: </a:t>
            </a:r>
            <a:r>
              <a:rPr lang="pt-BR" sz="1100" dirty="0"/>
              <a:t>FREEPIK</a:t>
            </a:r>
          </a:p>
        </p:txBody>
      </p:sp>
      <p:pic>
        <p:nvPicPr>
          <p:cNvPr id="4" name="Gráfico 3">
            <a:extLst>
              <a:ext uri="{FF2B5EF4-FFF2-40B4-BE49-F238E27FC236}">
                <a16:creationId xmlns:a16="http://schemas.microsoft.com/office/drawing/2014/main" id="{C04C6621-E543-08EA-C3CB-EC6C1F604D5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0" y="-77688"/>
            <a:ext cx="2600325" cy="914400"/>
          </a:xfrm>
          <a:prstGeom prst="rect">
            <a:avLst/>
          </a:prstGeom>
        </p:spPr>
      </p:pic>
      <p:sp>
        <p:nvSpPr>
          <p:cNvPr id="3" name="Espaço reservado para conteúdo 13">
            <a:extLst>
              <a:ext uri="{FF2B5EF4-FFF2-40B4-BE49-F238E27FC236}">
                <a16:creationId xmlns:a16="http://schemas.microsoft.com/office/drawing/2014/main" id="{ACA79A80-7C70-8A18-D346-041F24559CAE}"/>
              </a:ext>
            </a:extLst>
          </p:cNvPr>
          <p:cNvSpPr txBox="1">
            <a:spLocks/>
          </p:cNvSpPr>
          <p:nvPr/>
        </p:nvSpPr>
        <p:spPr>
          <a:xfrm>
            <a:off x="1053852" y="2254807"/>
            <a:ext cx="6108710" cy="3097167"/>
          </a:xfrm>
          <a:prstGeom prst="rect">
            <a:avLst/>
          </a:prstGeom>
        </p:spPr>
        <p:txBody>
          <a:bodyPr lIns="91440" tIns="45720" rIns="91440" bIns="45720" rtlCol="0" anchor="t">
            <a:normAutofit fontScale="70000" lnSpcReduction="20000"/>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nSpc>
                <a:spcPct val="120000"/>
              </a:lnSpc>
              <a:buNone/>
            </a:pPr>
            <a:r>
              <a:rPr lang="pt-BR" sz="2400" b="1" dirty="0">
                <a:cs typeface="Arial"/>
              </a:rPr>
              <a:t>Aplicação:</a:t>
            </a:r>
            <a:endParaRPr lang="pt-BR" sz="2400" b="1" dirty="0"/>
          </a:p>
          <a:p>
            <a:pPr marL="246380" indent="-246380" algn="just">
              <a:lnSpc>
                <a:spcPct val="120000"/>
              </a:lnSpc>
              <a:buFont typeface="Euphemia,Sans-Serif" pitchFamily="34" charset="0"/>
              <a:buChar char="›"/>
            </a:pPr>
            <a:r>
              <a:rPr lang="pt-BR" sz="1600" dirty="0">
                <a:cs typeface="Arial"/>
              </a:rPr>
              <a:t>A </a:t>
            </a:r>
            <a:r>
              <a:rPr lang="pt-BR" sz="1600" dirty="0" err="1">
                <a:cs typeface="Arial"/>
              </a:rPr>
              <a:t>Reda</a:t>
            </a:r>
            <a:r>
              <a:rPr lang="pt-BR" sz="1600" dirty="0">
                <a:cs typeface="Arial"/>
              </a:rPr>
              <a:t>+ utiliza aplicações web e mobile para criar um sistema </a:t>
            </a:r>
            <a:r>
              <a:rPr lang="pt-BR" sz="1600" b="1" dirty="0">
                <a:cs typeface="Arial"/>
              </a:rPr>
              <a:t>acessível</a:t>
            </a:r>
            <a:r>
              <a:rPr lang="pt-BR" sz="1600" dirty="0">
                <a:cs typeface="Arial"/>
              </a:rPr>
              <a:t> e </a:t>
            </a:r>
            <a:r>
              <a:rPr lang="pt-BR" sz="1600" b="1" dirty="0">
                <a:cs typeface="Arial"/>
              </a:rPr>
              <a:t>gratuito</a:t>
            </a:r>
            <a:r>
              <a:rPr lang="pt-BR" sz="1600" dirty="0">
                <a:cs typeface="Arial"/>
              </a:rPr>
              <a:t> que auxilie </a:t>
            </a:r>
            <a:r>
              <a:rPr lang="pt-BR" sz="1600" dirty="0">
                <a:ea typeface="+mn-lt"/>
                <a:cs typeface="+mn-lt"/>
              </a:rPr>
              <a:t>estudantes na produção textual de acordo com as competências de correção do ENEM.</a:t>
            </a:r>
          </a:p>
          <a:p>
            <a:pPr marL="246380" indent="-246380" algn="just">
              <a:lnSpc>
                <a:spcPct val="120000"/>
              </a:lnSpc>
              <a:buFont typeface="Euphemia,Sans-Serif" pitchFamily="34" charset="0"/>
              <a:buChar char="›"/>
            </a:pPr>
            <a:r>
              <a:rPr lang="en-US" sz="1600" dirty="0">
                <a:cs typeface="Arial"/>
              </a:rPr>
              <a:t>O </a:t>
            </a:r>
            <a:r>
              <a:rPr lang="en-US" sz="1600" dirty="0" err="1">
                <a:cs typeface="Arial"/>
              </a:rPr>
              <a:t>desenvolvimento</a:t>
            </a:r>
            <a:r>
              <a:rPr lang="en-US" sz="1600" dirty="0">
                <a:cs typeface="Arial"/>
              </a:rPr>
              <a:t> dessa </a:t>
            </a:r>
            <a:r>
              <a:rPr lang="en-US" sz="1600" dirty="0" err="1">
                <a:cs typeface="Arial"/>
              </a:rPr>
              <a:t>aplicação</a:t>
            </a:r>
            <a:r>
              <a:rPr lang="en-US" sz="1600" dirty="0">
                <a:cs typeface="Arial"/>
              </a:rPr>
              <a:t> </a:t>
            </a:r>
            <a:r>
              <a:rPr lang="en-US" sz="1600" dirty="0" err="1">
                <a:cs typeface="Arial"/>
              </a:rPr>
              <a:t>conta</a:t>
            </a:r>
            <a:r>
              <a:rPr lang="en-US" sz="1600" dirty="0">
                <a:cs typeface="Arial"/>
              </a:rPr>
              <a:t> com:</a:t>
            </a:r>
            <a:endParaRPr lang="pt-BR" sz="1600" dirty="0">
              <a:cs typeface="Arial"/>
            </a:endParaRPr>
          </a:p>
          <a:p>
            <a:pPr marL="246380" indent="-246380" algn="just">
              <a:lnSpc>
                <a:spcPct val="120000"/>
              </a:lnSpc>
              <a:buFont typeface="Euphemia,Sans-Serif" pitchFamily="34" charset="0"/>
              <a:buChar char="›"/>
            </a:pPr>
            <a:r>
              <a:rPr lang="pt-BR" sz="1600" dirty="0">
                <a:cs typeface="Arial"/>
              </a:rPr>
              <a:t>M</a:t>
            </a:r>
            <a:r>
              <a:rPr lang="pt-BR" sz="1600" b="1" dirty="0">
                <a:cs typeface="Arial"/>
              </a:rPr>
              <a:t>atriz de Competências do ENEM</a:t>
            </a:r>
            <a:r>
              <a:rPr lang="pt-BR" sz="1600" dirty="0">
                <a:cs typeface="Arial"/>
              </a:rPr>
              <a:t> e seus critérios de avaliação (norma padrão, compreensão da </a:t>
            </a:r>
            <a:r>
              <a:rPr lang="pt-BR" sz="1600" dirty="0">
                <a:ea typeface="+mn-lt"/>
                <a:cs typeface="+mn-lt"/>
              </a:rPr>
              <a:t>proposta, coerência, coesão, repertórios e proposta de intervenção).</a:t>
            </a:r>
            <a:r>
              <a:rPr lang="en-US" sz="1600" dirty="0">
                <a:cs typeface="Arial"/>
              </a:rPr>
              <a:t> </a:t>
            </a:r>
            <a:endParaRPr lang="pt-BR" sz="1600" dirty="0">
              <a:ea typeface="+mn-lt"/>
              <a:cs typeface="+mn-lt"/>
            </a:endParaRPr>
          </a:p>
          <a:p>
            <a:pPr marL="246380" indent="-246380" algn="just">
              <a:lnSpc>
                <a:spcPct val="120000"/>
              </a:lnSpc>
              <a:buFont typeface="Euphemia,Sans-Serif" pitchFamily="34" charset="0"/>
              <a:buChar char="›"/>
            </a:pPr>
            <a:r>
              <a:rPr lang="pt-BR" sz="1600" b="1" dirty="0">
                <a:cs typeface="Arial"/>
              </a:rPr>
              <a:t>Tecnologias de processamento de linguagem natural (PLN)</a:t>
            </a:r>
            <a:r>
              <a:rPr lang="pt-BR" sz="1600" dirty="0">
                <a:cs typeface="Arial"/>
              </a:rPr>
              <a:t> utilizadas para analisar textos, identificar erros e </a:t>
            </a:r>
            <a:r>
              <a:rPr lang="pt-BR" sz="1600" dirty="0">
                <a:ea typeface="+mn-lt"/>
                <a:cs typeface="+mn-lt"/>
              </a:rPr>
              <a:t>avaliar estrutura argumentativa. </a:t>
            </a:r>
          </a:p>
          <a:p>
            <a:pPr marL="246380" indent="-246380" algn="just">
              <a:lnSpc>
                <a:spcPct val="120000"/>
              </a:lnSpc>
              <a:buFont typeface="Euphemia,Sans-Serif" pitchFamily="34" charset="0"/>
              <a:buChar char="›"/>
            </a:pPr>
            <a:r>
              <a:rPr lang="pt-BR" sz="1600" b="1" dirty="0">
                <a:cs typeface="Arial"/>
              </a:rPr>
              <a:t>Ambientes virtuais de aprendizagem (AVA)</a:t>
            </a:r>
            <a:r>
              <a:rPr lang="pt-BR" sz="1600" dirty="0">
                <a:cs typeface="Arial"/>
              </a:rPr>
              <a:t> Metodolo</a:t>
            </a:r>
            <a:r>
              <a:rPr lang="pt-BR" sz="1600" dirty="0">
                <a:ea typeface="+mn-lt"/>
                <a:cs typeface="+mn-lt"/>
              </a:rPr>
              <a:t>gias de feedback formativo, mostram que retornos imediatos aumentam o ritmo de evolução do aluno.</a:t>
            </a:r>
            <a:endParaRPr lang="en-US" sz="1600" dirty="0">
              <a:ea typeface="+mn-lt"/>
              <a:cs typeface="Arial"/>
            </a:endParaRPr>
          </a:p>
          <a:p>
            <a:pPr marL="246380" indent="-246380" algn="just">
              <a:lnSpc>
                <a:spcPct val="120000"/>
              </a:lnSpc>
              <a:buFont typeface="Euphemia,Sans-Serif" pitchFamily="34" charset="0"/>
              <a:buChar char="›"/>
            </a:pPr>
            <a:endParaRPr lang="pt-BR" sz="1500" dirty="0">
              <a:latin typeface="Arial"/>
              <a:cs typeface="Arial"/>
            </a:endParaRPr>
          </a:p>
          <a:p>
            <a:pPr marL="246380" indent="-246380">
              <a:lnSpc>
                <a:spcPct val="120000"/>
              </a:lnSpc>
            </a:pPr>
            <a:endParaRPr lang="pt-BR" sz="1600" dirty="0">
              <a:latin typeface="Arial"/>
              <a:ea typeface="+mn-lt"/>
              <a:cs typeface="Arial"/>
            </a:endParaRPr>
          </a:p>
        </p:txBody>
      </p:sp>
    </p:spTree>
    <p:extLst>
      <p:ext uri="{BB962C8B-B14F-4D97-AF65-F5344CB8AC3E}">
        <p14:creationId xmlns:p14="http://schemas.microsoft.com/office/powerpoint/2010/main" val="3382631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64D62-92EC-EDF1-C8BB-A99156587157}"/>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E4D30425-1BD4-9E82-80B1-50C675EDEF0C}"/>
              </a:ext>
            </a:extLst>
          </p:cNvPr>
          <p:cNvSpPr>
            <a:spLocks noGrp="1"/>
          </p:cNvSpPr>
          <p:nvPr>
            <p:ph type="sldNum" sz="quarter" idx="12"/>
          </p:nvPr>
        </p:nvSpPr>
        <p:spPr/>
        <p:txBody>
          <a:bodyPr/>
          <a:lstStyle/>
          <a:p>
            <a:pPr rtl="0"/>
            <a:fld id="{7DC1BBB0-96F0-4077-A278-0F3FB5C104D3}" type="slidenum">
              <a:rPr lang="pt-BR" noProof="0" smtClean="0"/>
              <a:pPr rtl="0"/>
              <a:t>26</a:t>
            </a:fld>
            <a:endParaRPr lang="pt-BR" noProof="0"/>
          </a:p>
        </p:txBody>
      </p:sp>
      <p:sp>
        <p:nvSpPr>
          <p:cNvPr id="5" name="Espaço reservado para conteúdo 13">
            <a:extLst>
              <a:ext uri="{FF2B5EF4-FFF2-40B4-BE49-F238E27FC236}">
                <a16:creationId xmlns:a16="http://schemas.microsoft.com/office/drawing/2014/main" id="{F5201702-8372-BF2C-DA9A-A635A8E1CB13}"/>
              </a:ext>
            </a:extLst>
          </p:cNvPr>
          <p:cNvSpPr txBox="1">
            <a:spLocks/>
          </p:cNvSpPr>
          <p:nvPr/>
        </p:nvSpPr>
        <p:spPr>
          <a:xfrm>
            <a:off x="1053852" y="2237287"/>
            <a:ext cx="6392493" cy="4494319"/>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Inteligência Artificial Generativa:</a:t>
            </a:r>
            <a:endParaRPr lang="pt-BR" dirty="0">
              <a:solidFill>
                <a:srgbClr val="465562"/>
              </a:solidFill>
              <a:ea typeface="+mn-lt"/>
              <a:cs typeface="+mn-lt"/>
            </a:endParaRPr>
          </a:p>
          <a:p>
            <a:pPr marL="0" indent="0">
              <a:lnSpc>
                <a:spcPct val="100000"/>
              </a:lnSpc>
              <a:buNone/>
            </a:pPr>
            <a:r>
              <a:rPr lang="pt-BR" sz="1400" dirty="0">
                <a:solidFill>
                  <a:srgbClr val="465562"/>
                </a:solidFill>
                <a:ea typeface="+mn-lt"/>
                <a:cs typeface="+mn-lt"/>
              </a:rPr>
              <a:t>Nos últimos anos a IA teve um grande salto de evolução em seus modelos de linguagens com automações e produção de conteúdos multimodais (Textos, músicas, vídeos, imagens etc.). (SACHETE et al, 2025, apud LOIOLA; SACHETE et al., 2024)</a:t>
            </a:r>
            <a:endParaRPr lang="pt-BR" sz="1400" dirty="0"/>
          </a:p>
          <a:p>
            <a:pPr marL="0" indent="0" algn="just">
              <a:lnSpc>
                <a:spcPct val="100000"/>
              </a:lnSpc>
              <a:buNone/>
            </a:pPr>
            <a:r>
              <a:rPr lang="pt-BR" sz="1400" dirty="0">
                <a:solidFill>
                  <a:srgbClr val="465562"/>
                </a:solidFill>
                <a:ea typeface="+mn-lt"/>
                <a:cs typeface="+mn-lt"/>
              </a:rPr>
              <a:t>Desses avanços foi possível observar a capacidade de compreensão e respostas da IA simulando a linguagem humana de forma precisa conseguindo gerar informações a partir de padrões extraídos de grandes volumes de dados. (SACHETE et al, 2025, LOIOLA; SACHETE et al., 2024)</a:t>
            </a:r>
            <a:endParaRPr lang="pt-BR" sz="1400" dirty="0"/>
          </a:p>
          <a:p>
            <a:pPr marL="0" indent="0" algn="just">
              <a:lnSpc>
                <a:spcPct val="100000"/>
              </a:lnSpc>
              <a:buNone/>
            </a:pPr>
            <a:endParaRPr lang="pt-BR" sz="1400" dirty="0">
              <a:cs typeface="Arial"/>
            </a:endParaRPr>
          </a:p>
          <a:p>
            <a:pPr marL="0" indent="0">
              <a:buNone/>
            </a:pPr>
            <a:endParaRPr lang="pt-BR" sz="2000" b="1" dirty="0">
              <a:solidFill>
                <a:srgbClr val="0D0D0D"/>
              </a:solidFill>
              <a:cs typeface="Arial" panose="020B0604020202020204" pitchFamily="34" charset="0"/>
            </a:endParaRPr>
          </a:p>
          <a:p>
            <a:pPr marL="0" indent="0" algn="just">
              <a:buNone/>
            </a:pPr>
            <a:endParaRPr lang="pt-BR" sz="1400" b="1" dirty="0">
              <a:cs typeface="Arial" panose="020B0604020202020204" pitchFamily="34" charset="0"/>
            </a:endParaRPr>
          </a:p>
        </p:txBody>
      </p:sp>
      <p:sp>
        <p:nvSpPr>
          <p:cNvPr id="12" name="Título 1">
            <a:extLst>
              <a:ext uri="{FF2B5EF4-FFF2-40B4-BE49-F238E27FC236}">
                <a16:creationId xmlns:a16="http://schemas.microsoft.com/office/drawing/2014/main" id="{60D1F7E0-0829-6243-C431-0DA98F6678D2}"/>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871F6F3A-BF51-4FB2-F17C-96B0DB87F1A3}"/>
              </a:ext>
            </a:extLst>
          </p:cNvPr>
          <p:cNvSpPr txBox="1">
            <a:spLocks/>
          </p:cNvSpPr>
          <p:nvPr/>
        </p:nvSpPr>
        <p:spPr>
          <a:xfrm>
            <a:off x="1053852" y="1506026"/>
            <a:ext cx="3969503" cy="595313"/>
          </a:xfrm>
          <a:prstGeom prst="rect">
            <a:avLst/>
          </a:prstGeom>
        </p:spPr>
        <p:txBody>
          <a:bodyPr vert="horz"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latin typeface="+mj-lt"/>
                <a:cs typeface="Arial"/>
              </a:rPr>
              <a:t>Desenvolvimento de Sistemas</a:t>
            </a:r>
          </a:p>
        </p:txBody>
      </p:sp>
      <p:grpSp>
        <p:nvGrpSpPr>
          <p:cNvPr id="33" name="Agrupar 32">
            <a:extLst>
              <a:ext uri="{FF2B5EF4-FFF2-40B4-BE49-F238E27FC236}">
                <a16:creationId xmlns:a16="http://schemas.microsoft.com/office/drawing/2014/main" id="{7C6CC40D-6F5E-3B2A-0B98-89F52A53E7A7}"/>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26DA6415-BF9D-567B-895F-4D9DBE77465A}"/>
                </a:ext>
              </a:extLst>
            </p:cNvPr>
            <p:cNvPicPr>
              <a:picLocks noChangeAspect="1"/>
            </p:cNvPicPr>
            <p:nvPr/>
          </p:nvPicPr>
          <p:blipFill>
            <a:blip r:embed="rId3"/>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0A1242C6-001E-B9FB-1BD4-6E286D8967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FF6A8F71-F8B7-9A1E-3E62-F160A8CB3325}"/>
                </a:ext>
              </a:extLst>
            </p:cNvPr>
            <p:cNvPicPr>
              <a:picLocks noChangeAspect="1"/>
            </p:cNvPicPr>
            <p:nvPr/>
          </p:nvPicPr>
          <p:blipFill>
            <a:blip r:embed="rId5"/>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66844D65-A7E4-D03F-639D-DB464EDD951B}"/>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4B8175B8-BB68-592A-096B-B9C0A944E8AC}"/>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10F96D96-3EEA-DFF5-2211-E96C7DB15E6C}"/>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FB9CCB56-98EA-9420-FCCB-899E274FA63F}"/>
              </a:ext>
            </a:extLst>
          </p:cNvPr>
          <p:cNvSpPr>
            <a:spLocks noGrp="1"/>
          </p:cNvSpPr>
          <p:nvPr>
            <p:ph type="ftr" sz="quarter" idx="11"/>
          </p:nvPr>
        </p:nvSpPr>
        <p:spPr>
          <a:xfrm>
            <a:off x="8869374" y="6530523"/>
            <a:ext cx="1995492" cy="365125"/>
          </a:xfrm>
        </p:spPr>
        <p:txBody>
          <a:bodyPr/>
          <a:lstStyle/>
          <a:p>
            <a:pPr rtl="0"/>
            <a:r>
              <a:rPr lang="pt-BR" noProof="0" dirty="0"/>
              <a:t>Equipe_04</a:t>
            </a:r>
          </a:p>
        </p:txBody>
      </p:sp>
      <p:pic>
        <p:nvPicPr>
          <p:cNvPr id="2" name="Imagem 1" descr="Ícone&#10;&#10;O conteúdo gerado por IA pode estar incorreto.">
            <a:extLst>
              <a:ext uri="{FF2B5EF4-FFF2-40B4-BE49-F238E27FC236}">
                <a16:creationId xmlns:a16="http://schemas.microsoft.com/office/drawing/2014/main" id="{454BB211-CB53-DBA9-865A-F9E9457D4E4A}"/>
              </a:ext>
            </a:extLst>
          </p:cNvPr>
          <p:cNvPicPr>
            <a:picLocks noChangeAspect="1"/>
          </p:cNvPicPr>
          <p:nvPr/>
        </p:nvPicPr>
        <p:blipFill>
          <a:blip r:embed="rId6"/>
          <a:stretch>
            <a:fillRect/>
          </a:stretch>
        </p:blipFill>
        <p:spPr>
          <a:xfrm>
            <a:off x="8090861" y="2367837"/>
            <a:ext cx="2121872" cy="2121445"/>
          </a:xfrm>
          <a:prstGeom prst="rect">
            <a:avLst/>
          </a:prstGeom>
          <a:effectLst>
            <a:reflection stA="52000" endPos="35000" dir="5400000" sy="-100000" algn="bl" rotWithShape="0"/>
          </a:effectLst>
        </p:spPr>
      </p:pic>
      <p:sp>
        <p:nvSpPr>
          <p:cNvPr id="9" name="CaixaDeTexto 8">
            <a:extLst>
              <a:ext uri="{FF2B5EF4-FFF2-40B4-BE49-F238E27FC236}">
                <a16:creationId xmlns:a16="http://schemas.microsoft.com/office/drawing/2014/main" id="{4AA856FD-A9CF-7ED8-ACB5-26450BDE1C71}"/>
              </a:ext>
            </a:extLst>
          </p:cNvPr>
          <p:cNvSpPr txBox="1"/>
          <p:nvPr/>
        </p:nvSpPr>
        <p:spPr>
          <a:xfrm>
            <a:off x="8559285" y="5283442"/>
            <a:ext cx="1189062" cy="261610"/>
          </a:xfrm>
          <a:prstGeom prst="rect">
            <a:avLst/>
          </a:prstGeom>
          <a:noFill/>
        </p:spPr>
        <p:txBody>
          <a:bodyPr wrap="square">
            <a:spAutoFit/>
          </a:bodyPr>
          <a:lstStyle/>
          <a:p>
            <a:pPr marL="0" lvl="1" algn="ctr"/>
            <a:r>
              <a:rPr lang="pt-BR" sz="1100" b="1" dirty="0"/>
              <a:t>Fonte: </a:t>
            </a:r>
            <a:r>
              <a:rPr lang="pt-BR" sz="1100" dirty="0"/>
              <a:t>FREEPIK</a:t>
            </a:r>
          </a:p>
        </p:txBody>
      </p:sp>
      <p:pic>
        <p:nvPicPr>
          <p:cNvPr id="4" name="Gráfico 3">
            <a:extLst>
              <a:ext uri="{FF2B5EF4-FFF2-40B4-BE49-F238E27FC236}">
                <a16:creationId xmlns:a16="http://schemas.microsoft.com/office/drawing/2014/main" id="{396F9041-C734-1824-B1FE-F0F53147B69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3304074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37760-1BFD-3E05-207A-BC4ECD5D5377}"/>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8148C456-B118-1937-7A30-E03D6F854892}"/>
              </a:ext>
            </a:extLst>
          </p:cNvPr>
          <p:cNvSpPr>
            <a:spLocks noGrp="1"/>
          </p:cNvSpPr>
          <p:nvPr>
            <p:ph type="sldNum" sz="quarter" idx="12"/>
          </p:nvPr>
        </p:nvSpPr>
        <p:spPr/>
        <p:txBody>
          <a:bodyPr/>
          <a:lstStyle/>
          <a:p>
            <a:pPr rtl="0"/>
            <a:fld id="{7DC1BBB0-96F0-4077-A278-0F3FB5C104D3}" type="slidenum">
              <a:rPr lang="pt-BR" noProof="0" smtClean="0"/>
              <a:pPr rtl="0"/>
              <a:t>27</a:t>
            </a:fld>
            <a:endParaRPr lang="pt-BR" noProof="0"/>
          </a:p>
        </p:txBody>
      </p:sp>
      <p:sp>
        <p:nvSpPr>
          <p:cNvPr id="5" name="Espaço reservado para conteúdo 13">
            <a:extLst>
              <a:ext uri="{FF2B5EF4-FFF2-40B4-BE49-F238E27FC236}">
                <a16:creationId xmlns:a16="http://schemas.microsoft.com/office/drawing/2014/main" id="{08B6982D-DF3A-EBB8-60F5-DF225B2705F1}"/>
              </a:ext>
            </a:extLst>
          </p:cNvPr>
          <p:cNvSpPr txBox="1">
            <a:spLocks/>
          </p:cNvSpPr>
          <p:nvPr/>
        </p:nvSpPr>
        <p:spPr>
          <a:xfrm>
            <a:off x="1053852" y="2237287"/>
            <a:ext cx="6392493" cy="3673791"/>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Inteligência Artificial na Educação:</a:t>
            </a:r>
            <a:endParaRPr lang="pt-BR" sz="1400" dirty="0">
              <a:solidFill>
                <a:srgbClr val="465562"/>
              </a:solidFill>
              <a:ea typeface="+mn-lt"/>
              <a:cs typeface="+mn-lt"/>
            </a:endParaRPr>
          </a:p>
          <a:p>
            <a:pPr marL="0" indent="0" algn="just">
              <a:buNone/>
            </a:pPr>
            <a:r>
              <a:rPr lang="pt-BR" sz="1400" dirty="0">
                <a:ea typeface="+mn-lt"/>
                <a:cs typeface="+mn-lt"/>
              </a:rPr>
              <a:t>A inteligência Artificial vem sendo utilizada na educação de forma promissora, um estudo realizado por (BARBOSA, 2023) destaca quatro principais benefícios da IA no processo educacional:</a:t>
            </a:r>
            <a:endParaRPr lang="pt-BR" sz="1400"/>
          </a:p>
          <a:p>
            <a:pPr marL="0" indent="0" algn="just">
              <a:buNone/>
            </a:pPr>
            <a:endParaRPr lang="pt-BR" sz="1400" dirty="0">
              <a:ea typeface="+mn-lt"/>
              <a:cs typeface="+mn-lt"/>
            </a:endParaRPr>
          </a:p>
          <a:p>
            <a:pPr marL="532130" indent="-285750" algn="just"/>
            <a:r>
              <a:rPr lang="pt-BR" sz="1400" dirty="0">
                <a:ea typeface="+mn-lt"/>
                <a:cs typeface="+mn-lt"/>
              </a:rPr>
              <a:t>Ensino personalizado</a:t>
            </a:r>
            <a:endParaRPr lang="pt-BR" sz="1400"/>
          </a:p>
          <a:p>
            <a:pPr marL="532130" indent="-285750" algn="just"/>
            <a:r>
              <a:rPr lang="pt-BR" sz="1400" dirty="0">
                <a:ea typeface="+mn-lt"/>
                <a:cs typeface="+mn-lt"/>
              </a:rPr>
              <a:t>Apoio aos professores </a:t>
            </a:r>
            <a:endParaRPr lang="pt-BR" sz="1400"/>
          </a:p>
          <a:p>
            <a:pPr marL="532130" indent="-285750" algn="just"/>
            <a:r>
              <a:rPr lang="pt-BR" sz="1400" dirty="0">
                <a:ea typeface="+mn-lt"/>
                <a:cs typeface="+mn-lt"/>
              </a:rPr>
              <a:t>Maior engajamento</a:t>
            </a:r>
          </a:p>
          <a:p>
            <a:pPr marL="532130" indent="-285750" algn="just"/>
            <a:r>
              <a:rPr lang="pt-BR" sz="1400" dirty="0">
                <a:ea typeface="+mn-lt"/>
                <a:cs typeface="+mn-lt"/>
              </a:rPr>
              <a:t>Desenvolvimento de competências digitais</a:t>
            </a:r>
            <a:endParaRPr lang="pt-BR" sz="1400"/>
          </a:p>
          <a:p>
            <a:pPr marL="342900" indent="-342900" algn="just"/>
            <a:endParaRPr lang="pt-BR" sz="2000" b="1" dirty="0">
              <a:solidFill>
                <a:srgbClr val="0D0D0D"/>
              </a:solidFill>
              <a:cs typeface="Arial" panose="020B0604020202020204" pitchFamily="34" charset="0"/>
            </a:endParaRPr>
          </a:p>
          <a:p>
            <a:pPr marL="0" indent="0" algn="just">
              <a:buNone/>
            </a:pPr>
            <a:endParaRPr lang="pt-BR" sz="1400" b="1" dirty="0">
              <a:cs typeface="Arial" panose="020B0604020202020204" pitchFamily="34" charset="0"/>
            </a:endParaRPr>
          </a:p>
        </p:txBody>
      </p:sp>
      <p:sp>
        <p:nvSpPr>
          <p:cNvPr id="12" name="Título 1">
            <a:extLst>
              <a:ext uri="{FF2B5EF4-FFF2-40B4-BE49-F238E27FC236}">
                <a16:creationId xmlns:a16="http://schemas.microsoft.com/office/drawing/2014/main" id="{53E5CFAE-4104-005C-F90B-BFF760CA02CA}"/>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682D51A8-E76B-4F2E-1CF2-5F34293B16DF}"/>
              </a:ext>
            </a:extLst>
          </p:cNvPr>
          <p:cNvSpPr txBox="1">
            <a:spLocks/>
          </p:cNvSpPr>
          <p:nvPr/>
        </p:nvSpPr>
        <p:spPr>
          <a:xfrm>
            <a:off x="1053852" y="1506026"/>
            <a:ext cx="3969503" cy="595313"/>
          </a:xfrm>
          <a:prstGeom prst="rect">
            <a:avLst/>
          </a:prstGeom>
        </p:spPr>
        <p:txBody>
          <a:bodyPr vert="horz"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latin typeface="+mj-lt"/>
                <a:cs typeface="Arial"/>
              </a:rPr>
              <a:t>Desenvolvimento de Sistemas</a:t>
            </a:r>
          </a:p>
        </p:txBody>
      </p:sp>
      <p:grpSp>
        <p:nvGrpSpPr>
          <p:cNvPr id="33" name="Agrupar 32">
            <a:extLst>
              <a:ext uri="{FF2B5EF4-FFF2-40B4-BE49-F238E27FC236}">
                <a16:creationId xmlns:a16="http://schemas.microsoft.com/office/drawing/2014/main" id="{AF1A3CDF-6AD8-1CC4-EB9E-D78DCA2B6779}"/>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A2345551-ED16-E958-81C8-07E96CC59003}"/>
                </a:ext>
              </a:extLst>
            </p:cNvPr>
            <p:cNvPicPr>
              <a:picLocks noChangeAspect="1"/>
            </p:cNvPicPr>
            <p:nvPr/>
          </p:nvPicPr>
          <p:blipFill>
            <a:blip r:embed="rId3"/>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607AA7B0-E4B2-9603-7E77-9A257418F7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0362F2B9-7A07-39EF-0A4B-FAA03ABC41B6}"/>
                </a:ext>
              </a:extLst>
            </p:cNvPr>
            <p:cNvPicPr>
              <a:picLocks noChangeAspect="1"/>
            </p:cNvPicPr>
            <p:nvPr/>
          </p:nvPicPr>
          <p:blipFill>
            <a:blip r:embed="rId5"/>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86378A5A-7206-7F9F-0761-504562162FBB}"/>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CAD13F28-5C6D-EEFD-82BC-0B96338AEDF6}"/>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5DF436DF-B858-2F33-DA78-1F8AFE98D4FB}"/>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3BAEFB5D-305B-4A53-CBED-D953F36731AC}"/>
              </a:ext>
            </a:extLst>
          </p:cNvPr>
          <p:cNvSpPr>
            <a:spLocks noGrp="1"/>
          </p:cNvSpPr>
          <p:nvPr>
            <p:ph type="ftr" sz="quarter" idx="11"/>
          </p:nvPr>
        </p:nvSpPr>
        <p:spPr>
          <a:xfrm>
            <a:off x="8869374" y="6530523"/>
            <a:ext cx="1995492" cy="365125"/>
          </a:xfrm>
        </p:spPr>
        <p:txBody>
          <a:bodyPr/>
          <a:lstStyle/>
          <a:p>
            <a:pPr rtl="0"/>
            <a:r>
              <a:rPr lang="pt-BR" noProof="0" dirty="0"/>
              <a:t>Equipe_04</a:t>
            </a:r>
          </a:p>
        </p:txBody>
      </p:sp>
      <p:pic>
        <p:nvPicPr>
          <p:cNvPr id="2" name="Imagem 1" descr="Ícone&#10;&#10;O conteúdo gerado por IA pode estar incorreto.">
            <a:extLst>
              <a:ext uri="{FF2B5EF4-FFF2-40B4-BE49-F238E27FC236}">
                <a16:creationId xmlns:a16="http://schemas.microsoft.com/office/drawing/2014/main" id="{2F75FB77-810C-08F4-DAD3-3A922B44028F}"/>
              </a:ext>
            </a:extLst>
          </p:cNvPr>
          <p:cNvPicPr>
            <a:picLocks noChangeAspect="1"/>
          </p:cNvPicPr>
          <p:nvPr/>
        </p:nvPicPr>
        <p:blipFill>
          <a:blip r:embed="rId6"/>
          <a:stretch>
            <a:fillRect/>
          </a:stretch>
        </p:blipFill>
        <p:spPr>
          <a:xfrm>
            <a:off x="8241017" y="2728071"/>
            <a:ext cx="1928792" cy="1984008"/>
          </a:xfrm>
          <a:prstGeom prst="rect">
            <a:avLst/>
          </a:prstGeom>
          <a:effectLst>
            <a:reflection stA="52000" endPos="35000" dir="5400000" sy="-100000" algn="bl" rotWithShape="0"/>
          </a:effectLst>
        </p:spPr>
      </p:pic>
      <p:sp>
        <p:nvSpPr>
          <p:cNvPr id="9" name="CaixaDeTexto 8">
            <a:extLst>
              <a:ext uri="{FF2B5EF4-FFF2-40B4-BE49-F238E27FC236}">
                <a16:creationId xmlns:a16="http://schemas.microsoft.com/office/drawing/2014/main" id="{F87F7473-9476-21CB-DA84-1433022AAFF1}"/>
              </a:ext>
            </a:extLst>
          </p:cNvPr>
          <p:cNvSpPr txBox="1"/>
          <p:nvPr/>
        </p:nvSpPr>
        <p:spPr>
          <a:xfrm>
            <a:off x="8080051" y="5475030"/>
            <a:ext cx="2084992" cy="261610"/>
          </a:xfrm>
          <a:prstGeom prst="rect">
            <a:avLst/>
          </a:prstGeom>
          <a:noFill/>
        </p:spPr>
        <p:txBody>
          <a:bodyPr wrap="square">
            <a:spAutoFit/>
          </a:bodyPr>
          <a:lstStyle/>
          <a:p>
            <a:pPr marL="0" lvl="1" algn="ctr"/>
            <a:r>
              <a:rPr lang="pt-BR" sz="1100" b="1" dirty="0"/>
              <a:t>Fonte: </a:t>
            </a:r>
            <a:r>
              <a:rPr lang="pt-BR" sz="1100" dirty="0"/>
              <a:t>FREEPIK</a:t>
            </a:r>
          </a:p>
        </p:txBody>
      </p:sp>
      <p:pic>
        <p:nvPicPr>
          <p:cNvPr id="4" name="Gráfico 3">
            <a:extLst>
              <a:ext uri="{FF2B5EF4-FFF2-40B4-BE49-F238E27FC236}">
                <a16:creationId xmlns:a16="http://schemas.microsoft.com/office/drawing/2014/main" id="{82A3FE2D-49BE-E7D8-FC3D-54DAC8FB929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3835068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F0638-701E-6828-24FD-99F461F6CFED}"/>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252E34A1-1E7C-1B32-C114-923C79BB3485}"/>
              </a:ext>
            </a:extLst>
          </p:cNvPr>
          <p:cNvSpPr>
            <a:spLocks noGrp="1"/>
          </p:cNvSpPr>
          <p:nvPr>
            <p:ph type="sldNum" sz="quarter" idx="12"/>
          </p:nvPr>
        </p:nvSpPr>
        <p:spPr/>
        <p:txBody>
          <a:bodyPr/>
          <a:lstStyle/>
          <a:p>
            <a:pPr rtl="0"/>
            <a:fld id="{7DC1BBB0-96F0-4077-A278-0F3FB5C104D3}" type="slidenum">
              <a:rPr lang="pt-BR" noProof="0" smtClean="0"/>
              <a:pPr rtl="0"/>
              <a:t>28</a:t>
            </a:fld>
            <a:endParaRPr lang="pt-BR" noProof="0"/>
          </a:p>
        </p:txBody>
      </p:sp>
      <p:sp>
        <p:nvSpPr>
          <p:cNvPr id="5" name="Espaço reservado para conteúdo 13">
            <a:extLst>
              <a:ext uri="{FF2B5EF4-FFF2-40B4-BE49-F238E27FC236}">
                <a16:creationId xmlns:a16="http://schemas.microsoft.com/office/drawing/2014/main" id="{09BF59A6-C7FE-625A-8E0D-87F39EB8D5E0}"/>
              </a:ext>
            </a:extLst>
          </p:cNvPr>
          <p:cNvSpPr txBox="1">
            <a:spLocks/>
          </p:cNvSpPr>
          <p:nvPr/>
        </p:nvSpPr>
        <p:spPr>
          <a:xfrm>
            <a:off x="1053852" y="2237287"/>
            <a:ext cx="9725928" cy="4484190"/>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Pesquisa de mercado: </a:t>
            </a:r>
            <a:endParaRPr lang="pt-BR" sz="2000" dirty="0">
              <a:latin typeface="+mj-lt"/>
              <a:cs typeface="Arial"/>
            </a:endParaRPr>
          </a:p>
          <a:p>
            <a:pPr marL="0" lvl="0" indent="0" algn="just">
              <a:buNone/>
            </a:pPr>
            <a:r>
              <a:rPr lang="pt-BR" sz="1400" b="1" dirty="0">
                <a:cs typeface="Arial"/>
              </a:rPr>
              <a:t>Empresas que oferecem correção de redação para o ENEM com IA </a:t>
            </a:r>
            <a:endParaRPr lang="pt-BR" sz="1400"/>
          </a:p>
          <a:p>
            <a:pPr marL="246380" indent="0" algn="just">
              <a:lnSpc>
                <a:spcPct val="120000"/>
              </a:lnSpc>
            </a:pPr>
            <a:r>
              <a:rPr lang="pt-BR" sz="1400" b="1" dirty="0">
                <a:cs typeface="Arial"/>
              </a:rPr>
              <a:t>Descomplica</a:t>
            </a:r>
            <a:r>
              <a:rPr lang="pt-BR" sz="1400" dirty="0">
                <a:cs typeface="Arial"/>
              </a:rPr>
              <a:t>:  Corrige redações com base nas 5 competências do ENEM. Permite envio por digitação, upload ou imagem. Correção em até 24h, mas há críticas sobre a precisão das notas e generalidade dos feedbacks.</a:t>
            </a:r>
          </a:p>
          <a:p>
            <a:pPr marL="246380" indent="0" algn="just">
              <a:lnSpc>
                <a:spcPct val="120000"/>
              </a:lnSpc>
            </a:pPr>
            <a:r>
              <a:rPr lang="pt-BR" sz="1400" b="1" dirty="0">
                <a:cs typeface="Arial"/>
              </a:rPr>
              <a:t>Brasil Escola: </a:t>
            </a:r>
            <a:r>
              <a:rPr lang="pt-BR" sz="1400" dirty="0">
                <a:cs typeface="Arial"/>
              </a:rPr>
              <a:t>Apresenta a IARA, uma IA que corrige redações com até 95% de precisão em comparação com correções humanas. Os estudantes podem escolher entre enviar suas redações para a IARA ou para um professor, ambos gratuitamente. A correção é baseada nas competências do ENEM.</a:t>
            </a:r>
          </a:p>
          <a:p>
            <a:pPr marL="246380" indent="0" algn="just">
              <a:lnSpc>
                <a:spcPct val="120000"/>
              </a:lnSpc>
            </a:pPr>
            <a:r>
              <a:rPr lang="pt-BR" sz="1400" b="1" err="1">
                <a:cs typeface="Arial"/>
              </a:rPr>
              <a:t>coRedação</a:t>
            </a:r>
            <a:r>
              <a:rPr lang="pt-BR" sz="1400" dirty="0">
                <a:cs typeface="Arial"/>
              </a:rPr>
              <a:t>:  Plataforma de correção automatizada com IA. Já corrigiu mais de 9 milhões de redações. Feedback detalhado por competências.</a:t>
            </a:r>
          </a:p>
          <a:p>
            <a:pPr marL="246380" indent="0" algn="just">
              <a:lnSpc>
                <a:spcPct val="120000"/>
              </a:lnSpc>
            </a:pPr>
            <a:r>
              <a:rPr lang="pt-BR" sz="1400" b="1" err="1">
                <a:cs typeface="Arial"/>
              </a:rPr>
              <a:t>RedaAI</a:t>
            </a:r>
            <a:r>
              <a:rPr lang="pt-BR" sz="1400" dirty="0">
                <a:cs typeface="Arial"/>
              </a:rPr>
              <a:t>:  Simula a correção oficial do ENEM, com sugestões práticas de melhoria. Interface clara e didática para o aluno.</a:t>
            </a:r>
          </a:p>
          <a:p>
            <a:pPr marL="246380" indent="0" algn="just">
              <a:lnSpc>
                <a:spcPct val="120000"/>
              </a:lnSpc>
            </a:pPr>
            <a:r>
              <a:rPr lang="pt-BR" sz="1400" b="1" err="1">
                <a:cs typeface="Arial"/>
              </a:rPr>
              <a:t>Gomining</a:t>
            </a:r>
            <a:r>
              <a:rPr lang="pt-BR" sz="1400" dirty="0">
                <a:cs typeface="Arial"/>
              </a:rPr>
              <a:t>:  Edtech que usa IA para correção de redações em larga escala. Atua com mais de 100 instituições no Brasil, com foco no ENEM e melhoria contínua da escrita.</a:t>
            </a:r>
            <a:endParaRPr lang="pt-BR" sz="1400" dirty="0">
              <a:cs typeface="Arial" panose="020B0604020202020204" pitchFamily="34" charset="0"/>
            </a:endParaRPr>
          </a:p>
        </p:txBody>
      </p:sp>
      <p:sp>
        <p:nvSpPr>
          <p:cNvPr id="12" name="Título 1">
            <a:extLst>
              <a:ext uri="{FF2B5EF4-FFF2-40B4-BE49-F238E27FC236}">
                <a16:creationId xmlns:a16="http://schemas.microsoft.com/office/drawing/2014/main" id="{995B5066-9BB2-446F-4DEB-2634397A7187}"/>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8F65B1CC-2F7B-1D7A-B44E-B3143376F002}"/>
              </a:ext>
            </a:extLst>
          </p:cNvPr>
          <p:cNvSpPr txBox="1">
            <a:spLocks/>
          </p:cNvSpPr>
          <p:nvPr/>
        </p:nvSpPr>
        <p:spPr>
          <a:xfrm>
            <a:off x="1053852" y="1506026"/>
            <a:ext cx="3969503" cy="595313"/>
          </a:xfrm>
          <a:prstGeom prst="rect">
            <a:avLst/>
          </a:prstGeom>
        </p:spPr>
        <p:txBody>
          <a:bodyPr vert="horz"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latin typeface="+mj-lt"/>
                <a:cs typeface="Arial"/>
              </a:rPr>
              <a:t>Desenvolvimento de Sistemas</a:t>
            </a:r>
          </a:p>
        </p:txBody>
      </p:sp>
      <p:grpSp>
        <p:nvGrpSpPr>
          <p:cNvPr id="33" name="Agrupar 32">
            <a:extLst>
              <a:ext uri="{FF2B5EF4-FFF2-40B4-BE49-F238E27FC236}">
                <a16:creationId xmlns:a16="http://schemas.microsoft.com/office/drawing/2014/main" id="{F4A7E548-3474-5143-C99A-7EE17AA7430D}"/>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63E3994C-8265-7F94-FD67-F64909EE9721}"/>
                </a:ext>
              </a:extLst>
            </p:cNvPr>
            <p:cNvPicPr>
              <a:picLocks noChangeAspect="1"/>
            </p:cNvPicPr>
            <p:nvPr/>
          </p:nvPicPr>
          <p:blipFill>
            <a:blip r:embed="rId3"/>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4839DA4E-9203-B66E-68BD-E557B9D8CD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8A48EA86-BDDA-48E4-2DD8-53C40E4DA93A}"/>
                </a:ext>
              </a:extLst>
            </p:cNvPr>
            <p:cNvPicPr>
              <a:picLocks noChangeAspect="1"/>
            </p:cNvPicPr>
            <p:nvPr/>
          </p:nvPicPr>
          <p:blipFill>
            <a:blip r:embed="rId5"/>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562348CD-BB86-2266-CC19-73CDA28552C4}"/>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83566B8C-5169-637C-E26D-FC98954455B5}"/>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0F571778-BFAB-97B9-B2C2-031D907A1B04}"/>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84D45E02-079E-F514-AC91-76FB73241C4D}"/>
              </a:ext>
            </a:extLst>
          </p:cNvPr>
          <p:cNvSpPr>
            <a:spLocks noGrp="1"/>
          </p:cNvSpPr>
          <p:nvPr>
            <p:ph type="ftr" sz="quarter" idx="11"/>
          </p:nvPr>
        </p:nvSpPr>
        <p:spPr>
          <a:xfrm>
            <a:off x="8869374" y="6530523"/>
            <a:ext cx="1995492" cy="365125"/>
          </a:xfrm>
        </p:spPr>
        <p:txBody>
          <a:bodyPr/>
          <a:lstStyle/>
          <a:p>
            <a:pPr rtl="0"/>
            <a:r>
              <a:rPr lang="pt-BR" noProof="0" dirty="0"/>
              <a:t>Equipe_04</a:t>
            </a:r>
          </a:p>
        </p:txBody>
      </p:sp>
      <p:pic>
        <p:nvPicPr>
          <p:cNvPr id="2" name="Gráfico 1">
            <a:extLst>
              <a:ext uri="{FF2B5EF4-FFF2-40B4-BE49-F238E27FC236}">
                <a16:creationId xmlns:a16="http://schemas.microsoft.com/office/drawing/2014/main" id="{F559684F-F036-A459-942A-D1AAE54A4E4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3255453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29</a:t>
            </a:fld>
            <a:endParaRPr lang="pt-BR" noProof="0"/>
          </a:p>
        </p:txBody>
      </p:sp>
      <p:sp>
        <p:nvSpPr>
          <p:cNvPr id="5" name="Espaço reservado para conteúdo 13">
            <a:extLst>
              <a:ext uri="{FF2B5EF4-FFF2-40B4-BE49-F238E27FC236}">
                <a16:creationId xmlns:a16="http://schemas.microsoft.com/office/drawing/2014/main" id="{00D5599C-F27A-985B-0D0A-BFDAB1066500}"/>
              </a:ext>
            </a:extLst>
          </p:cNvPr>
          <p:cNvSpPr txBox="1">
            <a:spLocks/>
          </p:cNvSpPr>
          <p:nvPr/>
        </p:nvSpPr>
        <p:spPr>
          <a:xfrm>
            <a:off x="1053852" y="2237286"/>
            <a:ext cx="6397054" cy="4084144"/>
          </a:xfrm>
          <a:prstGeom prst="rect">
            <a:avLst/>
          </a:prstGeom>
        </p:spPr>
        <p:txBody>
          <a:bodyPr lIns="91440" tIns="45720" rIns="91440" bIns="45720" rtlCol="0" anchor="t">
            <a:normAutofit lnSpcReduction="10000"/>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Pesquisa público-alvo:</a:t>
            </a:r>
            <a:endParaRPr lang="pt-BR" sz="8000" b="1" dirty="0">
              <a:latin typeface="+mj-lt"/>
              <a:cs typeface="Arial"/>
            </a:endParaRPr>
          </a:p>
          <a:p>
            <a:pPr marL="0" indent="0" algn="just">
              <a:lnSpc>
                <a:spcPct val="100000"/>
              </a:lnSpc>
              <a:buNone/>
            </a:pPr>
            <a:r>
              <a:rPr lang="pt-BR" sz="1400" dirty="0">
                <a:cs typeface="Arial"/>
              </a:rPr>
              <a:t>Segundo dados da AIO Educação obtidos com base em microdados do Instituto Nacional de Estudos e Pesquisas Educacionais (INEP), a média da redação no Enem para escolas privadas foi de 736 pontos, enquanto para escolas públicas ficou em torno de 554 pontos (AIO EDUCAÇÃO, 2023). Além disso, em alguns estados, como Sergipe (604,5 pontos), Espírito Santo (603,9) e Rio Grande do Sul (602,5), a média da rede pública gira em torno de 600 pontos (SERGIPE, 2024; ESPÍRITO SANTO, 2024; RIO GRANDE DO SUL, 2024).</a:t>
            </a:r>
          </a:p>
          <a:p>
            <a:pPr marL="0" indent="0" algn="just">
              <a:lnSpc>
                <a:spcPct val="100000"/>
              </a:lnSpc>
              <a:buNone/>
            </a:pPr>
            <a:r>
              <a:rPr lang="pt-BR" sz="1400" dirty="0">
                <a:cs typeface="Arial"/>
              </a:rPr>
              <a:t>Parte disso se deve ao baixo investimento contínuo na educação pública. Um exemplo recente é o do governo de São Paulo, que realocou 5% do orçamento da educação para a saúde em 2024 (GOVERNO DO ESTADO DE SÃO PAULO), afetando diretamente a estrutura e a qualidade do ensino.</a:t>
            </a:r>
          </a:p>
          <a:p>
            <a:pPr marL="0" indent="0" algn="just">
              <a:lnSpc>
                <a:spcPct val="100000"/>
              </a:lnSpc>
              <a:buNone/>
            </a:pPr>
            <a:r>
              <a:rPr lang="pt-BR" sz="1400" dirty="0">
                <a:cs typeface="Arial"/>
              </a:rPr>
              <a:t>Além disso, estudos apontam que o background familiar é determinante no desempenho dos alunos: famílias com renda mais alta, maior escolaridade dos pais e melhores condições de infraestrutura em casa favorecem significativamente os alunos da rede particular. (FEIJÓ; FRANCA, 2021).</a:t>
            </a:r>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27" name="Imagem 26">
            <a:extLst>
              <a:ext uri="{FF2B5EF4-FFF2-40B4-BE49-F238E27FC236}">
                <a16:creationId xmlns:a16="http://schemas.microsoft.com/office/drawing/2014/main" id="{54B88BA7-67EA-2188-45AB-A02DF1564EDE}"/>
              </a:ext>
            </a:extLst>
          </p:cNvPr>
          <p:cNvPicPr>
            <a:picLocks noChangeAspect="1"/>
          </p:cNvPicPr>
          <p:nvPr/>
        </p:nvPicPr>
        <p:blipFill>
          <a:blip r:embed="rId3"/>
          <a:stretch>
            <a:fillRect/>
          </a:stretch>
        </p:blipFill>
        <p:spPr>
          <a:xfrm>
            <a:off x="8088385" y="2543934"/>
            <a:ext cx="2160000" cy="2160000"/>
          </a:xfrm>
          <a:prstGeom prst="rect">
            <a:avLst/>
          </a:prstGeom>
          <a:effectLst>
            <a:reflection blurRad="6350" stA="52000" endA="300" endPos="35000" dir="5400000" sy="-100000" algn="bl" rotWithShape="0"/>
          </a:effectLst>
        </p:spPr>
      </p:pic>
      <p:grpSp>
        <p:nvGrpSpPr>
          <p:cNvPr id="35" name="Agrupar 34">
            <a:extLst>
              <a:ext uri="{FF2B5EF4-FFF2-40B4-BE49-F238E27FC236}">
                <a16:creationId xmlns:a16="http://schemas.microsoft.com/office/drawing/2014/main" id="{240BBCAE-3DCA-36D6-EAC7-A817AA8EEC02}"/>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ACD22806-D530-9F1F-A96C-3F8A7DE8ECAF}"/>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5B5280B7-A84A-C0E6-2EE5-56F9216EC0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5F8B39A4-FC3B-DE95-8887-A5EAE43996FC}"/>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7275425A-9A7A-75F7-05C9-681FB29E12D2}"/>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80D210BE-6224-163A-3D26-6394D2324E94}"/>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BBF91EDD-251F-8669-7D48-507EACD1AFF0}"/>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2" name="Espaço Reservado para Rodapé 6">
            <a:extLst>
              <a:ext uri="{FF2B5EF4-FFF2-40B4-BE49-F238E27FC236}">
                <a16:creationId xmlns:a16="http://schemas.microsoft.com/office/drawing/2014/main" id="{1D292D71-1382-000F-6835-C29DE9F1846E}"/>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D76E8156-D698-9F18-3DB9-0DA74E5F6850}"/>
              </a:ext>
            </a:extLst>
          </p:cNvPr>
          <p:cNvSpPr txBox="1"/>
          <p:nvPr/>
        </p:nvSpPr>
        <p:spPr>
          <a:xfrm>
            <a:off x="8088385" y="5475030"/>
            <a:ext cx="2160000" cy="261610"/>
          </a:xfrm>
          <a:prstGeom prst="rect">
            <a:avLst/>
          </a:prstGeom>
          <a:noFill/>
        </p:spPr>
        <p:txBody>
          <a:bodyPr wrap="square">
            <a:spAutoFit/>
          </a:bodyPr>
          <a:lstStyle/>
          <a:p>
            <a:pPr marL="0" lvl="1" algn="ctr"/>
            <a:r>
              <a:rPr lang="pt-BR" sz="1100" b="1" dirty="0"/>
              <a:t>Fonte: </a:t>
            </a:r>
            <a:r>
              <a:rPr lang="pt-BR" sz="1100" dirty="0"/>
              <a:t>FREEPIK</a:t>
            </a:r>
          </a:p>
        </p:txBody>
      </p:sp>
      <p:pic>
        <p:nvPicPr>
          <p:cNvPr id="2" name="Gráfico 1">
            <a:extLst>
              <a:ext uri="{FF2B5EF4-FFF2-40B4-BE49-F238E27FC236}">
                <a16:creationId xmlns:a16="http://schemas.microsoft.com/office/drawing/2014/main" id="{4D07E475-D2C8-C0D5-CA79-D2AAA5FFD66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203536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52220-D7F5-7F05-399A-D82A74B9247A}"/>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0CC793A7-7CBE-97E6-2D64-DCA45855E634}"/>
              </a:ext>
            </a:extLst>
          </p:cNvPr>
          <p:cNvSpPr>
            <a:spLocks noGrp="1"/>
          </p:cNvSpPr>
          <p:nvPr>
            <p:ph type="sldNum" sz="quarter" idx="12"/>
          </p:nvPr>
        </p:nvSpPr>
        <p:spPr/>
        <p:txBody>
          <a:bodyPr/>
          <a:lstStyle/>
          <a:p>
            <a:pPr rtl="0"/>
            <a:fld id="{7DC1BBB0-96F0-4077-A278-0F3FB5C104D3}" type="slidenum">
              <a:rPr lang="pt-BR" noProof="0" smtClean="0"/>
              <a:pPr rtl="0"/>
              <a:t>30</a:t>
            </a:fld>
            <a:endParaRPr lang="pt-BR" noProof="0"/>
          </a:p>
        </p:txBody>
      </p:sp>
      <p:sp>
        <p:nvSpPr>
          <p:cNvPr id="5" name="Espaço reservado para conteúdo 13">
            <a:extLst>
              <a:ext uri="{FF2B5EF4-FFF2-40B4-BE49-F238E27FC236}">
                <a16:creationId xmlns:a16="http://schemas.microsoft.com/office/drawing/2014/main" id="{FEB480BF-9D81-7453-17F8-EC876DF9A6AF}"/>
              </a:ext>
            </a:extLst>
          </p:cNvPr>
          <p:cNvSpPr txBox="1">
            <a:spLocks/>
          </p:cNvSpPr>
          <p:nvPr/>
        </p:nvSpPr>
        <p:spPr>
          <a:xfrm>
            <a:off x="1057755" y="2237286"/>
            <a:ext cx="9712944" cy="4084144"/>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Pesquisa público-alvo:</a:t>
            </a:r>
          </a:p>
          <a:p>
            <a:pPr marL="0" indent="0" algn="ctr">
              <a:buNone/>
            </a:pPr>
            <a:r>
              <a:rPr lang="pt-BR" sz="1400" dirty="0">
                <a:ea typeface="+mn-lt"/>
                <a:cs typeface="Arial"/>
              </a:rPr>
              <a:t>GRÁFICO – distribuição da renda familiar mensal dos participantes que obtiveram notas mil ou zero, respectivamente, na redação do ENEM.</a:t>
            </a:r>
          </a:p>
          <a:p>
            <a:pPr marL="0" indent="0">
              <a:buNone/>
            </a:pPr>
            <a:endParaRPr lang="pt-BR" sz="1400" dirty="0"/>
          </a:p>
          <a:p>
            <a:pPr marL="0" indent="0">
              <a:buNone/>
            </a:pPr>
            <a:endParaRPr lang="pt-BR" sz="1400" b="1" dirty="0">
              <a:latin typeface="+mj-lt"/>
              <a:cs typeface="Arial"/>
            </a:endParaRPr>
          </a:p>
        </p:txBody>
      </p:sp>
      <p:sp>
        <p:nvSpPr>
          <p:cNvPr id="12" name="Título 1">
            <a:extLst>
              <a:ext uri="{FF2B5EF4-FFF2-40B4-BE49-F238E27FC236}">
                <a16:creationId xmlns:a16="http://schemas.microsoft.com/office/drawing/2014/main" id="{0E507970-127D-C588-E97C-B59B226B03C5}"/>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60199BC1-2A1A-1172-0712-9478968E383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grpSp>
        <p:nvGrpSpPr>
          <p:cNvPr id="35" name="Agrupar 34">
            <a:extLst>
              <a:ext uri="{FF2B5EF4-FFF2-40B4-BE49-F238E27FC236}">
                <a16:creationId xmlns:a16="http://schemas.microsoft.com/office/drawing/2014/main" id="{DCE67164-107D-A61A-9345-946C306DF072}"/>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4E973F87-1FB5-593D-F9D3-F736AE0BBCA1}"/>
                </a:ext>
              </a:extLst>
            </p:cNvPr>
            <p:cNvPicPr>
              <a:picLocks noChangeAspect="1"/>
            </p:cNvPicPr>
            <p:nvPr/>
          </p:nvPicPr>
          <p:blipFill>
            <a:blip r:embed="rId3"/>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B193EB04-F204-9F95-2281-8227092943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D37D1EFB-8866-89A4-4728-ED47615470C3}"/>
                </a:ext>
              </a:extLst>
            </p:cNvPr>
            <p:cNvPicPr>
              <a:picLocks noChangeAspect="1"/>
            </p:cNvPicPr>
            <p:nvPr/>
          </p:nvPicPr>
          <p:blipFill>
            <a:blip r:embed="rId5"/>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B242E08F-B527-0ED3-5239-389C2F9CC0BC}"/>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9B7A16DB-E2EB-334D-EA41-002A4EB55338}"/>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04482924-49CE-882E-FDC2-683B4E229DF5}"/>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2" name="Espaço Reservado para Rodapé 6">
            <a:extLst>
              <a:ext uri="{FF2B5EF4-FFF2-40B4-BE49-F238E27FC236}">
                <a16:creationId xmlns:a16="http://schemas.microsoft.com/office/drawing/2014/main" id="{5C5BC493-4F0B-C0F8-9E5D-59F4BB668B98}"/>
              </a:ext>
            </a:extLst>
          </p:cNvPr>
          <p:cNvSpPr>
            <a:spLocks noGrp="1"/>
          </p:cNvSpPr>
          <p:nvPr>
            <p:ph type="ftr" sz="quarter" idx="11"/>
          </p:nvPr>
        </p:nvSpPr>
        <p:spPr>
          <a:xfrm>
            <a:off x="8927432" y="6356351"/>
            <a:ext cx="1995492" cy="365125"/>
          </a:xfrm>
        </p:spPr>
        <p:txBody>
          <a:bodyPr/>
          <a:lstStyle/>
          <a:p>
            <a:pPr rtl="0"/>
            <a:r>
              <a:rPr lang="pt-BR" noProof="0" dirty="0"/>
              <a:t>Equipe_04</a:t>
            </a:r>
          </a:p>
        </p:txBody>
      </p:sp>
      <p:pic>
        <p:nvPicPr>
          <p:cNvPr id="2" name="Imagem 1" descr="Gráfico&#10;&#10;O conteúdo gerado por IA pode estar incorreto.">
            <a:extLst>
              <a:ext uri="{FF2B5EF4-FFF2-40B4-BE49-F238E27FC236}">
                <a16:creationId xmlns:a16="http://schemas.microsoft.com/office/drawing/2014/main" id="{D8D38C2B-20AE-2184-2C14-6AE6A8DE3BB9}"/>
              </a:ext>
            </a:extLst>
          </p:cNvPr>
          <p:cNvPicPr>
            <a:picLocks noChangeAspect="1"/>
          </p:cNvPicPr>
          <p:nvPr/>
        </p:nvPicPr>
        <p:blipFill>
          <a:blip r:embed="rId6"/>
          <a:stretch>
            <a:fillRect/>
          </a:stretch>
        </p:blipFill>
        <p:spPr>
          <a:xfrm>
            <a:off x="1418126" y="3215745"/>
            <a:ext cx="8428653" cy="3119726"/>
          </a:xfrm>
          <a:prstGeom prst="rect">
            <a:avLst/>
          </a:prstGeom>
        </p:spPr>
      </p:pic>
      <p:sp>
        <p:nvSpPr>
          <p:cNvPr id="4" name="CaixaDeTexto 21">
            <a:extLst>
              <a:ext uri="{FF2B5EF4-FFF2-40B4-BE49-F238E27FC236}">
                <a16:creationId xmlns:a16="http://schemas.microsoft.com/office/drawing/2014/main" id="{FAE9EB87-C66E-7B55-2024-E5EAC68ACD58}"/>
              </a:ext>
            </a:extLst>
          </p:cNvPr>
          <p:cNvSpPr txBox="1"/>
          <p:nvPr/>
        </p:nvSpPr>
        <p:spPr>
          <a:xfrm>
            <a:off x="3885935" y="6356351"/>
            <a:ext cx="3392905" cy="2616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pt-BR" sz="1100" b="1" dirty="0">
                <a:cs typeface="Arial"/>
              </a:rPr>
              <a:t>Fonte</a:t>
            </a:r>
            <a:r>
              <a:rPr lang="pt-BR" sz="1100" dirty="0">
                <a:cs typeface="Arial"/>
              </a:rPr>
              <a:t>: Santana, Dantas (2025, p.16)</a:t>
            </a:r>
            <a:r>
              <a:rPr sz="1100" dirty="0">
                <a:ea typeface="Arial"/>
                <a:cs typeface="Arial"/>
              </a:rPr>
              <a:t> </a:t>
            </a:r>
            <a:endParaRPr lang="pt-BR" sz="1100" dirty="0">
              <a:cs typeface="Arial"/>
            </a:endParaRPr>
          </a:p>
        </p:txBody>
      </p:sp>
      <p:pic>
        <p:nvPicPr>
          <p:cNvPr id="6" name="Gráfico 5">
            <a:extLst>
              <a:ext uri="{FF2B5EF4-FFF2-40B4-BE49-F238E27FC236}">
                <a16:creationId xmlns:a16="http://schemas.microsoft.com/office/drawing/2014/main" id="{39658DCC-DA71-A408-00D4-194E5A37A48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3177370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31</a:t>
            </a:fld>
            <a:endParaRPr lang="pt-BR" noProof="0"/>
          </a:p>
        </p:txBody>
      </p:sp>
      <p:sp>
        <p:nvSpPr>
          <p:cNvPr id="5" name="Espaço reservado para conteúdo 13">
            <a:extLst>
              <a:ext uri="{FF2B5EF4-FFF2-40B4-BE49-F238E27FC236}">
                <a16:creationId xmlns:a16="http://schemas.microsoft.com/office/drawing/2014/main" id="{00D5599C-F27A-985B-0D0A-BFDAB1066500}"/>
              </a:ext>
            </a:extLst>
          </p:cNvPr>
          <p:cNvSpPr txBox="1">
            <a:spLocks/>
          </p:cNvSpPr>
          <p:nvPr/>
        </p:nvSpPr>
        <p:spPr>
          <a:xfrm>
            <a:off x="1053852" y="2237286"/>
            <a:ext cx="4614719" cy="4414563"/>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lvl="0" indent="0">
              <a:buNone/>
            </a:pPr>
            <a:r>
              <a:rPr lang="pt-BR" sz="2000" b="1" dirty="0">
                <a:latin typeface="+mj-lt"/>
                <a:cs typeface="Arial"/>
              </a:rPr>
              <a:t>Soft/hard Skills</a:t>
            </a:r>
            <a:r>
              <a:rPr lang="pt-BR" sz="2400" b="1" dirty="0">
                <a:latin typeface="+mj-lt"/>
                <a:cs typeface="Arial"/>
              </a:rPr>
              <a:t>:</a:t>
            </a:r>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2" name="CaixaDeTexto 1">
            <a:extLst>
              <a:ext uri="{FF2B5EF4-FFF2-40B4-BE49-F238E27FC236}">
                <a16:creationId xmlns:a16="http://schemas.microsoft.com/office/drawing/2014/main" id="{6315E610-16F2-40C1-BB10-B2A851D6CFD7}"/>
              </a:ext>
            </a:extLst>
          </p:cNvPr>
          <p:cNvSpPr txBox="1"/>
          <p:nvPr/>
        </p:nvSpPr>
        <p:spPr>
          <a:xfrm>
            <a:off x="4248888" y="3090350"/>
            <a:ext cx="3285684" cy="2708434"/>
          </a:xfrm>
          <a:prstGeom prst="rect">
            <a:avLst/>
          </a:prstGeom>
          <a:noFill/>
        </p:spPr>
        <p:txBody>
          <a:bodyPr wrap="square" lIns="91440" tIns="45720" rIns="91440" bIns="45720" rtlCol="0" anchor="t">
            <a:spAutoFit/>
          </a:bodyPr>
          <a:lstStyle/>
          <a:p>
            <a:r>
              <a:rPr lang="pt-BR" sz="1600" b="1" dirty="0">
                <a:cs typeface="Arial"/>
              </a:rPr>
              <a:t>Pedro</a:t>
            </a:r>
            <a:r>
              <a:rPr lang="pt-BR" sz="1600" dirty="0">
                <a:cs typeface="Arial"/>
              </a:rPr>
              <a:t>: </a:t>
            </a:r>
          </a:p>
          <a:p>
            <a:endParaRPr lang="pt-BR" sz="1400" dirty="0">
              <a:cs typeface="Arial"/>
            </a:endParaRPr>
          </a:p>
          <a:p>
            <a:r>
              <a:rPr lang="pt-BR" sz="1400" b="1" dirty="0">
                <a:cs typeface="Arial"/>
              </a:rPr>
              <a:t>Hard Skills: </a:t>
            </a:r>
            <a:endParaRPr lang="pt-BR" sz="1400" dirty="0">
              <a:cs typeface="Arial"/>
            </a:endParaRPr>
          </a:p>
          <a:p>
            <a:endParaRPr lang="pt-BR" sz="1400" b="1" dirty="0">
              <a:cs typeface="Arial"/>
            </a:endParaRPr>
          </a:p>
          <a:p>
            <a:r>
              <a:rPr lang="pt-BR" sz="1400" dirty="0">
                <a:cs typeface="Arial"/>
              </a:rPr>
              <a:t>Github, Microsoft Teams, </a:t>
            </a:r>
            <a:r>
              <a:rPr lang="pt-BR" sz="1400" dirty="0" err="1">
                <a:cs typeface="Arial"/>
              </a:rPr>
              <a:t>Notion</a:t>
            </a:r>
            <a:r>
              <a:rPr lang="pt-BR" sz="1400" dirty="0">
                <a:cs typeface="Arial"/>
              </a:rPr>
              <a:t>, Microsoft World, Microsoft Power Point, </a:t>
            </a:r>
            <a:r>
              <a:rPr lang="pt-BR" sz="1400" dirty="0" err="1">
                <a:cs typeface="Arial"/>
              </a:rPr>
              <a:t>Figma</a:t>
            </a:r>
            <a:r>
              <a:rPr lang="pt-BR" sz="1400" dirty="0">
                <a:cs typeface="Arial"/>
              </a:rPr>
              <a:t>, </a:t>
            </a:r>
            <a:r>
              <a:rPr lang="pt-BR" sz="1400" dirty="0" err="1">
                <a:cs typeface="Arial"/>
              </a:rPr>
              <a:t>Balsamiq</a:t>
            </a:r>
            <a:r>
              <a:rPr lang="pt-BR" sz="1400" dirty="0">
                <a:cs typeface="Arial"/>
              </a:rPr>
              <a:t>.</a:t>
            </a:r>
          </a:p>
          <a:p>
            <a:endParaRPr lang="pt-BR" sz="1400" dirty="0">
              <a:cs typeface="Arial"/>
            </a:endParaRPr>
          </a:p>
          <a:p>
            <a:r>
              <a:rPr lang="pt-BR" sz="1400" b="1" dirty="0">
                <a:cs typeface="Arial"/>
              </a:rPr>
              <a:t>Soft Skills</a:t>
            </a:r>
            <a:r>
              <a:rPr lang="pt-BR" sz="1400" dirty="0">
                <a:cs typeface="Arial"/>
              </a:rPr>
              <a:t>: </a:t>
            </a:r>
          </a:p>
          <a:p>
            <a:endParaRPr lang="pt-BR" sz="1400" dirty="0">
              <a:cs typeface="Arial"/>
            </a:endParaRPr>
          </a:p>
          <a:p>
            <a:r>
              <a:rPr lang="pt-BR" sz="1400" dirty="0">
                <a:cs typeface="Arial"/>
              </a:rPr>
              <a:t>Gestão de projetos, comunicação, resiliência.</a:t>
            </a:r>
            <a:endParaRPr lang="pt-BR" sz="1400" dirty="0"/>
          </a:p>
        </p:txBody>
      </p:sp>
      <p:sp>
        <p:nvSpPr>
          <p:cNvPr id="11" name="CaixaDeTexto 10">
            <a:extLst>
              <a:ext uri="{FF2B5EF4-FFF2-40B4-BE49-F238E27FC236}">
                <a16:creationId xmlns:a16="http://schemas.microsoft.com/office/drawing/2014/main" id="{5D17CDAC-3A31-7D92-8871-25B62BB53D49}"/>
              </a:ext>
            </a:extLst>
          </p:cNvPr>
          <p:cNvSpPr txBox="1"/>
          <p:nvPr/>
        </p:nvSpPr>
        <p:spPr>
          <a:xfrm>
            <a:off x="1055479" y="3069228"/>
            <a:ext cx="3198712" cy="2492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600" b="1" dirty="0">
                <a:cs typeface="Arial"/>
              </a:rPr>
              <a:t>Lucas:</a:t>
            </a:r>
            <a:endParaRPr lang="pt-BR" sz="1600" dirty="0">
              <a:cs typeface="Arial"/>
            </a:endParaRPr>
          </a:p>
          <a:p>
            <a:endParaRPr lang="pt-BR" sz="1400" dirty="0"/>
          </a:p>
          <a:p>
            <a:r>
              <a:rPr lang="pt-BR" sz="1400" b="1" dirty="0">
                <a:cs typeface="Arial"/>
              </a:rPr>
              <a:t>Hard Skills: </a:t>
            </a:r>
            <a:endParaRPr lang="pt-BR" sz="1400" dirty="0">
              <a:cs typeface="Arial"/>
            </a:endParaRPr>
          </a:p>
          <a:p>
            <a:endParaRPr lang="pt-BR" sz="1400" dirty="0">
              <a:cs typeface="Arial"/>
            </a:endParaRPr>
          </a:p>
          <a:p>
            <a:r>
              <a:rPr lang="pt-BR" sz="1400" dirty="0">
                <a:cs typeface="Arial"/>
              </a:rPr>
              <a:t>Microsoft Teams, Github,  </a:t>
            </a:r>
            <a:r>
              <a:rPr lang="pt-BR" sz="1400" dirty="0" err="1">
                <a:cs typeface="Arial"/>
              </a:rPr>
              <a:t>Notion</a:t>
            </a:r>
            <a:r>
              <a:rPr lang="pt-BR" sz="1400" dirty="0">
                <a:cs typeface="Arial"/>
              </a:rPr>
              <a:t>, Microsoft World, pesquisa acadêmica </a:t>
            </a:r>
            <a:endParaRPr lang="en-US" sz="1400" dirty="0">
              <a:cs typeface="Arial"/>
            </a:endParaRPr>
          </a:p>
          <a:p>
            <a:endParaRPr lang="pt-BR" sz="1400" dirty="0">
              <a:cs typeface="Arial"/>
            </a:endParaRPr>
          </a:p>
          <a:p>
            <a:r>
              <a:rPr lang="pt-BR" sz="1400" b="1" dirty="0">
                <a:cs typeface="Arial"/>
              </a:rPr>
              <a:t>Soft Skills</a:t>
            </a:r>
            <a:r>
              <a:rPr lang="pt-BR" sz="1400" dirty="0">
                <a:cs typeface="Arial"/>
              </a:rPr>
              <a:t>: </a:t>
            </a:r>
            <a:endParaRPr lang="en-US" sz="1400" dirty="0">
              <a:cs typeface="Arial"/>
            </a:endParaRPr>
          </a:p>
          <a:p>
            <a:endParaRPr lang="pt-BR" sz="1400" dirty="0">
              <a:cs typeface="Arial"/>
            </a:endParaRPr>
          </a:p>
          <a:p>
            <a:r>
              <a:rPr lang="pt-BR" sz="1400" dirty="0">
                <a:cs typeface="Arial"/>
              </a:rPr>
              <a:t>Gestão de projetos, comunicação.</a:t>
            </a:r>
            <a:endParaRPr lang="pt-BR" sz="1400" dirty="0"/>
          </a:p>
        </p:txBody>
      </p:sp>
      <p:sp>
        <p:nvSpPr>
          <p:cNvPr id="21" name="CaixaDeTexto 20">
            <a:extLst>
              <a:ext uri="{FF2B5EF4-FFF2-40B4-BE49-F238E27FC236}">
                <a16:creationId xmlns:a16="http://schemas.microsoft.com/office/drawing/2014/main" id="{53EAAAC6-4D27-635F-2E02-7698FB5E99B6}"/>
              </a:ext>
            </a:extLst>
          </p:cNvPr>
          <p:cNvSpPr txBox="1"/>
          <p:nvPr/>
        </p:nvSpPr>
        <p:spPr>
          <a:xfrm>
            <a:off x="7662956" y="3090350"/>
            <a:ext cx="3103840" cy="2492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600" b="1" dirty="0" err="1">
                <a:cs typeface="Arial"/>
              </a:rPr>
              <a:t>Italo</a:t>
            </a:r>
            <a:r>
              <a:rPr lang="pt-BR" sz="1600" b="1" dirty="0">
                <a:cs typeface="Arial"/>
              </a:rPr>
              <a:t>:</a:t>
            </a:r>
            <a:endParaRPr lang="pt-BR" sz="1600" dirty="0">
              <a:cs typeface="Arial"/>
            </a:endParaRPr>
          </a:p>
          <a:p>
            <a:endParaRPr lang="pt-BR" sz="1400" dirty="0"/>
          </a:p>
          <a:p>
            <a:r>
              <a:rPr lang="pt-BR" sz="1400" b="1" dirty="0">
                <a:cs typeface="Arial"/>
              </a:rPr>
              <a:t>Hard Skills: </a:t>
            </a:r>
            <a:endParaRPr lang="pt-BR" sz="1400" dirty="0">
              <a:cs typeface="Arial"/>
            </a:endParaRPr>
          </a:p>
          <a:p>
            <a:endParaRPr lang="pt-BR" sz="1400" dirty="0">
              <a:cs typeface="Arial"/>
            </a:endParaRPr>
          </a:p>
          <a:p>
            <a:r>
              <a:rPr lang="pt-BR" sz="1400" dirty="0" err="1">
                <a:cs typeface="Arial"/>
              </a:rPr>
              <a:t>Notion</a:t>
            </a:r>
            <a:r>
              <a:rPr lang="pt-BR" sz="1400" dirty="0">
                <a:cs typeface="Arial"/>
              </a:rPr>
              <a:t>, Github,  Microsoft Teams, pesquisa acadêmica, </a:t>
            </a:r>
            <a:r>
              <a:rPr lang="pt-BR" sz="1400" dirty="0" err="1">
                <a:cs typeface="Arial"/>
              </a:rPr>
              <a:t>Figma</a:t>
            </a:r>
            <a:endParaRPr lang="en-US" sz="1400" dirty="0">
              <a:cs typeface="Arial"/>
            </a:endParaRPr>
          </a:p>
          <a:p>
            <a:endParaRPr lang="pt-BR" sz="1400" dirty="0">
              <a:cs typeface="Arial"/>
            </a:endParaRPr>
          </a:p>
          <a:p>
            <a:r>
              <a:rPr lang="pt-BR" sz="1400" b="1" dirty="0">
                <a:cs typeface="Arial"/>
              </a:rPr>
              <a:t>Soft Skills</a:t>
            </a:r>
            <a:r>
              <a:rPr lang="pt-BR" sz="1400" dirty="0">
                <a:cs typeface="Arial"/>
              </a:rPr>
              <a:t>: </a:t>
            </a:r>
            <a:endParaRPr lang="en-US" sz="1400" dirty="0">
              <a:cs typeface="Arial"/>
            </a:endParaRPr>
          </a:p>
          <a:p>
            <a:endParaRPr lang="pt-BR" sz="1400" dirty="0">
              <a:cs typeface="Arial"/>
            </a:endParaRPr>
          </a:p>
          <a:p>
            <a:r>
              <a:rPr lang="pt-BR" sz="1400" dirty="0">
                <a:cs typeface="Arial"/>
              </a:rPr>
              <a:t>Proatividade, Organização, comunicação, Liderança.</a:t>
            </a:r>
          </a:p>
        </p:txBody>
      </p:sp>
      <p:grpSp>
        <p:nvGrpSpPr>
          <p:cNvPr id="36" name="Agrupar 35">
            <a:extLst>
              <a:ext uri="{FF2B5EF4-FFF2-40B4-BE49-F238E27FC236}">
                <a16:creationId xmlns:a16="http://schemas.microsoft.com/office/drawing/2014/main" id="{292FBC80-89CB-87B1-D483-44DE1AFFFF2F}"/>
              </a:ext>
            </a:extLst>
          </p:cNvPr>
          <p:cNvGrpSpPr/>
          <p:nvPr/>
        </p:nvGrpSpPr>
        <p:grpSpPr>
          <a:xfrm>
            <a:off x="2629213" y="-2293"/>
            <a:ext cx="6913821" cy="620688"/>
            <a:chOff x="2629213" y="0"/>
            <a:chExt cx="6913821" cy="620688"/>
          </a:xfrm>
        </p:grpSpPr>
        <p:pic>
          <p:nvPicPr>
            <p:cNvPr id="37" name="Imagem 36">
              <a:extLst>
                <a:ext uri="{FF2B5EF4-FFF2-40B4-BE49-F238E27FC236}">
                  <a16:creationId xmlns:a16="http://schemas.microsoft.com/office/drawing/2014/main" id="{7577425B-2C2E-0787-54E8-69C59BD3FF85}"/>
                </a:ext>
              </a:extLst>
            </p:cNvPr>
            <p:cNvPicPr>
              <a:picLocks noChangeAspect="1"/>
            </p:cNvPicPr>
            <p:nvPr/>
          </p:nvPicPr>
          <p:blipFill>
            <a:blip r:embed="rId3"/>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descr="Desenho com traços pretos em fundo branco e letras pretas em fundo branco&#10;&#10;Descrição gerada automaticamente com confiança média">
              <a:extLst>
                <a:ext uri="{FF2B5EF4-FFF2-40B4-BE49-F238E27FC236}">
                  <a16:creationId xmlns:a16="http://schemas.microsoft.com/office/drawing/2014/main" id="{A36C1A84-23DA-F4DF-7AA0-3D9ED344D7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a:extLst>
                <a:ext uri="{FF2B5EF4-FFF2-40B4-BE49-F238E27FC236}">
                  <a16:creationId xmlns:a16="http://schemas.microsoft.com/office/drawing/2014/main" id="{19E25F98-A532-A118-B92E-CA2E330DE689}"/>
                </a:ext>
              </a:extLst>
            </p:cNvPr>
            <p:cNvPicPr>
              <a:picLocks noChangeAspect="1"/>
            </p:cNvPicPr>
            <p:nvPr/>
          </p:nvPicPr>
          <p:blipFill>
            <a:blip r:embed="rId5"/>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0" name="Fluxograma: Processo 39">
              <a:extLst>
                <a:ext uri="{FF2B5EF4-FFF2-40B4-BE49-F238E27FC236}">
                  <a16:creationId xmlns:a16="http://schemas.microsoft.com/office/drawing/2014/main" id="{05A42798-D6E7-5B61-E2DC-12D0208C8366}"/>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Fluxograma: Processo 40">
              <a:extLst>
                <a:ext uri="{FF2B5EF4-FFF2-40B4-BE49-F238E27FC236}">
                  <a16:creationId xmlns:a16="http://schemas.microsoft.com/office/drawing/2014/main" id="{243118F2-9F1F-128D-A4B6-A389876C6340}"/>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Fluxograma: Processo 41">
              <a:extLst>
                <a:ext uri="{FF2B5EF4-FFF2-40B4-BE49-F238E27FC236}">
                  <a16:creationId xmlns:a16="http://schemas.microsoft.com/office/drawing/2014/main" id="{DAE18EE8-B96D-E015-ADFC-3334C3863D09}"/>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3" name="Espaço Reservado para Rodapé 6">
            <a:extLst>
              <a:ext uri="{FF2B5EF4-FFF2-40B4-BE49-F238E27FC236}">
                <a16:creationId xmlns:a16="http://schemas.microsoft.com/office/drawing/2014/main" id="{2D1513D2-E4CA-6F15-F965-EE4711E4047C}"/>
              </a:ext>
            </a:extLst>
          </p:cNvPr>
          <p:cNvSpPr>
            <a:spLocks noGrp="1"/>
          </p:cNvSpPr>
          <p:nvPr>
            <p:ph type="ftr" sz="quarter" idx="11"/>
          </p:nvPr>
        </p:nvSpPr>
        <p:spPr>
          <a:xfrm>
            <a:off x="8927432" y="6356351"/>
            <a:ext cx="1995492" cy="365125"/>
          </a:xfrm>
        </p:spPr>
        <p:txBody>
          <a:bodyPr/>
          <a:lstStyle/>
          <a:p>
            <a:pPr rtl="0"/>
            <a:r>
              <a:rPr lang="pt-BR" noProof="0" dirty="0"/>
              <a:t>Equipe_04</a:t>
            </a:r>
          </a:p>
        </p:txBody>
      </p:sp>
      <p:pic>
        <p:nvPicPr>
          <p:cNvPr id="3" name="Gráfico 2">
            <a:extLst>
              <a:ext uri="{FF2B5EF4-FFF2-40B4-BE49-F238E27FC236}">
                <a16:creationId xmlns:a16="http://schemas.microsoft.com/office/drawing/2014/main" id="{3A136CE5-DD80-6AEE-6C04-5F8482941F1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40446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1AE0A-5675-C859-74E7-E4106B7A8A8C}"/>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72C0166E-1474-4EEF-F199-D4F0D0DC4CAD}"/>
              </a:ext>
            </a:extLst>
          </p:cNvPr>
          <p:cNvSpPr>
            <a:spLocks noGrp="1"/>
          </p:cNvSpPr>
          <p:nvPr>
            <p:ph type="sldNum" sz="quarter" idx="12"/>
          </p:nvPr>
        </p:nvSpPr>
        <p:spPr/>
        <p:txBody>
          <a:bodyPr/>
          <a:lstStyle/>
          <a:p>
            <a:pPr rtl="0"/>
            <a:fld id="{7DC1BBB0-96F0-4077-A278-0F3FB5C104D3}" type="slidenum">
              <a:rPr lang="pt-BR" noProof="0" smtClean="0"/>
              <a:pPr rtl="0"/>
              <a:t>32</a:t>
            </a:fld>
            <a:endParaRPr lang="pt-BR" noProof="0"/>
          </a:p>
        </p:txBody>
      </p:sp>
      <p:sp>
        <p:nvSpPr>
          <p:cNvPr id="5" name="Espaço reservado para conteúdo 13">
            <a:extLst>
              <a:ext uri="{FF2B5EF4-FFF2-40B4-BE49-F238E27FC236}">
                <a16:creationId xmlns:a16="http://schemas.microsoft.com/office/drawing/2014/main" id="{AC822A3D-5609-4922-C9B5-83C028708820}"/>
              </a:ext>
            </a:extLst>
          </p:cNvPr>
          <p:cNvSpPr txBox="1">
            <a:spLocks/>
          </p:cNvSpPr>
          <p:nvPr/>
        </p:nvSpPr>
        <p:spPr>
          <a:xfrm>
            <a:off x="1060309" y="2280828"/>
            <a:ext cx="9707835" cy="4164204"/>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just">
              <a:buNone/>
            </a:pPr>
            <a:r>
              <a:rPr lang="pt-BR" sz="2000" b="1" dirty="0">
                <a:latin typeface="+mj-lt"/>
                <a:cs typeface="Arial"/>
              </a:rPr>
              <a:t>Desafios:</a:t>
            </a:r>
            <a:endParaRPr lang="pt-BR" sz="2000" b="1" dirty="0">
              <a:latin typeface="+mj-lt"/>
              <a:cs typeface="Arial" panose="020B0604020202020204" pitchFamily="34" charset="0"/>
            </a:endParaRPr>
          </a:p>
          <a:p>
            <a:pPr marL="0" indent="0">
              <a:buNone/>
            </a:pPr>
            <a:endParaRPr lang="pt-BR" sz="2600" dirty="0"/>
          </a:p>
        </p:txBody>
      </p:sp>
      <p:sp>
        <p:nvSpPr>
          <p:cNvPr id="12" name="Título 1">
            <a:extLst>
              <a:ext uri="{FF2B5EF4-FFF2-40B4-BE49-F238E27FC236}">
                <a16:creationId xmlns:a16="http://schemas.microsoft.com/office/drawing/2014/main" id="{AE9C0701-51BC-D715-0BAB-716AB7B05F2A}"/>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3D77A12B-BCF7-AD42-68FC-A6F51C9CEC87}"/>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sp>
        <p:nvSpPr>
          <p:cNvPr id="3" name="CaixaDeTexto 2">
            <a:extLst>
              <a:ext uri="{FF2B5EF4-FFF2-40B4-BE49-F238E27FC236}">
                <a16:creationId xmlns:a16="http://schemas.microsoft.com/office/drawing/2014/main" id="{5E1E7989-9331-B5D1-FBB2-020AB9F296C6}"/>
              </a:ext>
            </a:extLst>
          </p:cNvPr>
          <p:cNvSpPr txBox="1"/>
          <p:nvPr/>
        </p:nvSpPr>
        <p:spPr>
          <a:xfrm>
            <a:off x="1060309" y="2707067"/>
            <a:ext cx="6193332"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pt-BR" sz="1400" dirty="0">
                <a:cs typeface="Arial"/>
              </a:rPr>
              <a:t>Mesmo com todos os benefícios do sistema, o uso de tecnologias de apoio à escrita ainda enfrenta desafios importantes. Entre eles estão:</a:t>
            </a:r>
            <a:endParaRPr lang="pt-BR" sz="1400">
              <a:cs typeface="Arial"/>
            </a:endParaRPr>
          </a:p>
          <a:p>
            <a:pPr algn="just"/>
            <a:endParaRPr lang="pt-BR" sz="1400" b="1" dirty="0">
              <a:ea typeface="+mn-lt"/>
              <a:cs typeface="+mn-lt"/>
            </a:endParaRPr>
          </a:p>
          <a:p>
            <a:pPr algn="just"/>
            <a:r>
              <a:rPr lang="pt-BR" sz="1400" b="1" dirty="0">
                <a:ea typeface="+mn-lt"/>
                <a:cs typeface="+mn-lt"/>
              </a:rPr>
              <a:t>Formação dos professores e orientadores:</a:t>
            </a:r>
            <a:r>
              <a:rPr lang="pt-BR" sz="1400" dirty="0">
                <a:ea typeface="+mn-lt"/>
                <a:cs typeface="+mn-lt"/>
              </a:rPr>
              <a:t> muitos ainda não estão preparados para utilizar ferramentas digitais de forma pedagógica.</a:t>
            </a:r>
            <a:endParaRPr lang="pt-BR" sz="1400">
              <a:cs typeface="Arial"/>
            </a:endParaRPr>
          </a:p>
          <a:p>
            <a:pPr algn="just"/>
            <a:br>
              <a:rPr lang="pt-BR" sz="1400" dirty="0">
                <a:ea typeface="+mn-lt"/>
                <a:cs typeface="+mn-lt"/>
              </a:rPr>
            </a:br>
            <a:r>
              <a:rPr lang="pt-BR" sz="1400" b="1" dirty="0">
                <a:ea typeface="+mn-lt"/>
                <a:cs typeface="+mn-lt"/>
              </a:rPr>
              <a:t>Desigualdade de acesso:</a:t>
            </a:r>
            <a:r>
              <a:rPr lang="pt-BR" sz="1400" dirty="0">
                <a:ea typeface="+mn-lt"/>
                <a:cs typeface="+mn-lt"/>
              </a:rPr>
              <a:t> nem todos os estudantes têm a mesma infraestrutura tecnológica, o que pode limitar o uso da plataforma.</a:t>
            </a:r>
          </a:p>
          <a:p>
            <a:pPr algn="just"/>
            <a:br>
              <a:rPr lang="pt-BR" sz="1400" dirty="0">
                <a:ea typeface="+mn-lt"/>
                <a:cs typeface="+mn-lt"/>
              </a:rPr>
            </a:br>
            <a:r>
              <a:rPr lang="pt-BR" sz="1400" b="1" dirty="0">
                <a:ea typeface="+mn-lt"/>
                <a:cs typeface="+mn-lt"/>
              </a:rPr>
              <a:t>Privacidade e segurança de dados:</a:t>
            </a:r>
            <a:r>
              <a:rPr lang="pt-BR" sz="1400" dirty="0">
                <a:ea typeface="+mn-lt"/>
                <a:cs typeface="+mn-lt"/>
              </a:rPr>
              <a:t> é necessário proteger as informações dos estudantes e garantir o uso seguro dos dados.</a:t>
            </a:r>
          </a:p>
          <a:p>
            <a:pPr algn="just"/>
            <a:br>
              <a:rPr lang="pt-BR" sz="1400" dirty="0">
                <a:ea typeface="+mn-lt"/>
                <a:cs typeface="+mn-lt"/>
              </a:rPr>
            </a:br>
            <a:r>
              <a:rPr lang="pt-BR" sz="1400" b="1" dirty="0">
                <a:ea typeface="+mn-lt"/>
                <a:cs typeface="+mn-lt"/>
              </a:rPr>
              <a:t>Dependência tecnológica:</a:t>
            </a:r>
            <a:r>
              <a:rPr lang="pt-BR" sz="1400" dirty="0">
                <a:ea typeface="+mn-lt"/>
                <a:cs typeface="+mn-lt"/>
              </a:rPr>
              <a:t> a plataforma deve ser um apoio, sem substituir a orientação pedagógica nem a interação humana.</a:t>
            </a:r>
            <a:endParaRPr lang="pt-BR" sz="1400" dirty="0"/>
          </a:p>
        </p:txBody>
      </p:sp>
      <p:pic>
        <p:nvPicPr>
          <p:cNvPr id="28" name="Imagem 27">
            <a:extLst>
              <a:ext uri="{FF2B5EF4-FFF2-40B4-BE49-F238E27FC236}">
                <a16:creationId xmlns:a16="http://schemas.microsoft.com/office/drawing/2014/main" id="{8C269A13-6ABD-B70A-7EF5-B62296C198B6}"/>
              </a:ext>
            </a:extLst>
          </p:cNvPr>
          <p:cNvPicPr>
            <a:picLocks noChangeAspect="1"/>
          </p:cNvPicPr>
          <p:nvPr/>
        </p:nvPicPr>
        <p:blipFill>
          <a:blip r:embed="rId3"/>
          <a:stretch>
            <a:fillRect/>
          </a:stretch>
        </p:blipFill>
        <p:spPr>
          <a:xfrm>
            <a:off x="7946731" y="2493224"/>
            <a:ext cx="2160000" cy="2160000"/>
          </a:xfrm>
          <a:prstGeom prst="rect">
            <a:avLst/>
          </a:prstGeom>
          <a:effectLst>
            <a:reflection blurRad="6350" stA="52000" endA="300" endPos="35000" dir="5400000" sy="-100000" algn="bl" rotWithShape="0"/>
          </a:effectLst>
        </p:spPr>
      </p:pic>
      <p:grpSp>
        <p:nvGrpSpPr>
          <p:cNvPr id="36" name="Agrupar 35">
            <a:extLst>
              <a:ext uri="{FF2B5EF4-FFF2-40B4-BE49-F238E27FC236}">
                <a16:creationId xmlns:a16="http://schemas.microsoft.com/office/drawing/2014/main" id="{639E271E-AB79-E7E3-67BF-7F2E9A959A56}"/>
              </a:ext>
            </a:extLst>
          </p:cNvPr>
          <p:cNvGrpSpPr/>
          <p:nvPr/>
        </p:nvGrpSpPr>
        <p:grpSpPr>
          <a:xfrm>
            <a:off x="2629213" y="-2293"/>
            <a:ext cx="6913821" cy="620688"/>
            <a:chOff x="2629213" y="0"/>
            <a:chExt cx="6913821" cy="620688"/>
          </a:xfrm>
        </p:grpSpPr>
        <p:pic>
          <p:nvPicPr>
            <p:cNvPr id="37" name="Imagem 36">
              <a:extLst>
                <a:ext uri="{FF2B5EF4-FFF2-40B4-BE49-F238E27FC236}">
                  <a16:creationId xmlns:a16="http://schemas.microsoft.com/office/drawing/2014/main" id="{66A43CEA-C610-B42E-B838-729F6D0D10E2}"/>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descr="Desenho com traços pretos em fundo branco e letras pretas em fundo branco&#10;&#10;Descrição gerada automaticamente com confiança média">
              <a:extLst>
                <a:ext uri="{FF2B5EF4-FFF2-40B4-BE49-F238E27FC236}">
                  <a16:creationId xmlns:a16="http://schemas.microsoft.com/office/drawing/2014/main" id="{AF5C864A-34FA-955D-F7A1-E7C2750599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a:extLst>
                <a:ext uri="{FF2B5EF4-FFF2-40B4-BE49-F238E27FC236}">
                  <a16:creationId xmlns:a16="http://schemas.microsoft.com/office/drawing/2014/main" id="{008DD6B5-6711-1551-D82F-12F6BCA5FA23}"/>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0" name="Fluxograma: Processo 39">
              <a:extLst>
                <a:ext uri="{FF2B5EF4-FFF2-40B4-BE49-F238E27FC236}">
                  <a16:creationId xmlns:a16="http://schemas.microsoft.com/office/drawing/2014/main" id="{95633808-2DB0-2A34-1893-7FC400D390BF}"/>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Fluxograma: Processo 40">
              <a:extLst>
                <a:ext uri="{FF2B5EF4-FFF2-40B4-BE49-F238E27FC236}">
                  <a16:creationId xmlns:a16="http://schemas.microsoft.com/office/drawing/2014/main" id="{AD5AACD5-86EB-62B1-A5EE-1005336996F5}"/>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Fluxograma: Processo 41">
              <a:extLst>
                <a:ext uri="{FF2B5EF4-FFF2-40B4-BE49-F238E27FC236}">
                  <a16:creationId xmlns:a16="http://schemas.microsoft.com/office/drawing/2014/main" id="{8110AEB2-5228-77AA-F2AB-A41B286F24EE}"/>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3" name="Espaço Reservado para Rodapé 6">
            <a:extLst>
              <a:ext uri="{FF2B5EF4-FFF2-40B4-BE49-F238E27FC236}">
                <a16:creationId xmlns:a16="http://schemas.microsoft.com/office/drawing/2014/main" id="{5D7717C5-624F-25C9-36DC-A4586ACF5E9B}"/>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sp>
        <p:nvSpPr>
          <p:cNvPr id="9" name="CaixaDeTexto 8">
            <a:extLst>
              <a:ext uri="{FF2B5EF4-FFF2-40B4-BE49-F238E27FC236}">
                <a16:creationId xmlns:a16="http://schemas.microsoft.com/office/drawing/2014/main" id="{DD732A77-2E02-D9AF-A295-7AE6CBA2A807}"/>
              </a:ext>
            </a:extLst>
          </p:cNvPr>
          <p:cNvSpPr txBox="1"/>
          <p:nvPr/>
        </p:nvSpPr>
        <p:spPr>
          <a:xfrm>
            <a:off x="7946731" y="5418323"/>
            <a:ext cx="2160000" cy="261610"/>
          </a:xfrm>
          <a:prstGeom prst="rect">
            <a:avLst/>
          </a:prstGeom>
          <a:noFill/>
        </p:spPr>
        <p:txBody>
          <a:bodyPr wrap="square">
            <a:spAutoFit/>
          </a:bodyPr>
          <a:lstStyle/>
          <a:p>
            <a:pPr marL="0" lvl="1" algn="ctr"/>
            <a:r>
              <a:rPr lang="pt-BR" sz="1100" b="1" dirty="0"/>
              <a:t>Fonte: </a:t>
            </a:r>
            <a:r>
              <a:rPr lang="pt-BR" sz="1100" dirty="0"/>
              <a:t>FREEPIK</a:t>
            </a:r>
          </a:p>
        </p:txBody>
      </p:sp>
      <p:pic>
        <p:nvPicPr>
          <p:cNvPr id="2" name="Gráfico 1">
            <a:extLst>
              <a:ext uri="{FF2B5EF4-FFF2-40B4-BE49-F238E27FC236}">
                <a16:creationId xmlns:a16="http://schemas.microsoft.com/office/drawing/2014/main" id="{E651BE34-A31F-8071-8B6E-6A9BD8302C6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4293836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8D937-DB58-6979-CFBC-BF850A72B72B}"/>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1D7B220C-9036-A24A-CD66-910BE58977CB}"/>
              </a:ext>
            </a:extLst>
          </p:cNvPr>
          <p:cNvSpPr>
            <a:spLocks noGrp="1"/>
          </p:cNvSpPr>
          <p:nvPr>
            <p:ph type="sldNum" sz="quarter" idx="12"/>
          </p:nvPr>
        </p:nvSpPr>
        <p:spPr/>
        <p:txBody>
          <a:bodyPr/>
          <a:lstStyle/>
          <a:p>
            <a:pPr rtl="0"/>
            <a:fld id="{7DC1BBB0-96F0-4077-A278-0F3FB5C104D3}" type="slidenum">
              <a:rPr lang="pt-BR" noProof="0" smtClean="0"/>
              <a:pPr rtl="0"/>
              <a:t>33</a:t>
            </a:fld>
            <a:endParaRPr lang="pt-BR" noProof="0"/>
          </a:p>
        </p:txBody>
      </p:sp>
      <p:sp>
        <p:nvSpPr>
          <p:cNvPr id="5" name="Espaço reservado para conteúdo 13">
            <a:extLst>
              <a:ext uri="{FF2B5EF4-FFF2-40B4-BE49-F238E27FC236}">
                <a16:creationId xmlns:a16="http://schemas.microsoft.com/office/drawing/2014/main" id="{E74CBACE-ADC7-AB71-DC17-FEDC4C75449F}"/>
              </a:ext>
            </a:extLst>
          </p:cNvPr>
          <p:cNvSpPr txBox="1">
            <a:spLocks/>
          </p:cNvSpPr>
          <p:nvPr/>
        </p:nvSpPr>
        <p:spPr>
          <a:xfrm>
            <a:off x="1053852" y="2101339"/>
            <a:ext cx="9717372" cy="4255011"/>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just">
              <a:buNone/>
            </a:pPr>
            <a:r>
              <a:rPr lang="pt-BR" sz="2000" b="1" dirty="0">
                <a:latin typeface="+mj-lt"/>
                <a:cs typeface="Arial"/>
              </a:rPr>
              <a:t>Bibliografia:</a:t>
            </a:r>
            <a:endParaRPr lang="en-US" sz="1200" dirty="0">
              <a:solidFill>
                <a:srgbClr val="000000"/>
              </a:solidFill>
              <a:ea typeface="+mn-lt"/>
              <a:cs typeface="Arial"/>
            </a:endParaRPr>
          </a:p>
          <a:p>
            <a:pPr marL="0" indent="0">
              <a:lnSpc>
                <a:spcPct val="100000"/>
              </a:lnSpc>
              <a:buNone/>
            </a:pPr>
            <a:r>
              <a:rPr lang="en-US" sz="1200" dirty="0">
                <a:ea typeface="+mn-lt"/>
                <a:cs typeface="Arial"/>
              </a:rPr>
              <a:t>AGÊNCIA EBC. </a:t>
            </a:r>
            <a:r>
              <a:rPr lang="en-US" sz="1200" b="1" dirty="0" err="1">
                <a:ea typeface="+mn-lt"/>
                <a:cs typeface="Arial"/>
              </a:rPr>
              <a:t>Divulgados</a:t>
            </a:r>
            <a:r>
              <a:rPr lang="en-US" sz="1200" b="1" dirty="0">
                <a:ea typeface="+mn-lt"/>
                <a:cs typeface="Arial"/>
              </a:rPr>
              <a:t> </a:t>
            </a:r>
            <a:r>
              <a:rPr lang="en-US" sz="1200" b="1" dirty="0" err="1">
                <a:ea typeface="+mn-lt"/>
                <a:cs typeface="Arial"/>
              </a:rPr>
              <a:t>resultados</a:t>
            </a:r>
            <a:r>
              <a:rPr lang="en-US" sz="1200" b="1" dirty="0">
                <a:ea typeface="+mn-lt"/>
                <a:cs typeface="Arial"/>
              </a:rPr>
              <a:t> do </a:t>
            </a:r>
            <a:r>
              <a:rPr lang="en-US" sz="1200" b="1" dirty="0" err="1">
                <a:ea typeface="+mn-lt"/>
                <a:cs typeface="Arial"/>
              </a:rPr>
              <a:t>Enem</a:t>
            </a:r>
            <a:r>
              <a:rPr lang="en-US" sz="1200" b="1" dirty="0">
                <a:ea typeface="+mn-lt"/>
                <a:cs typeface="Arial"/>
              </a:rPr>
              <a:t> 2023</a:t>
            </a:r>
            <a:r>
              <a:rPr lang="en-US" sz="1200" dirty="0">
                <a:ea typeface="+mn-lt"/>
                <a:cs typeface="Arial"/>
              </a:rPr>
              <a:t>. EBC, 2024. </a:t>
            </a:r>
            <a:r>
              <a:rPr lang="en-US" sz="1200" dirty="0" err="1">
                <a:ea typeface="+mn-lt"/>
                <a:cs typeface="Arial"/>
              </a:rPr>
              <a:t>Disponível</a:t>
            </a:r>
            <a:r>
              <a:rPr lang="en-US" sz="1200" dirty="0">
                <a:ea typeface="+mn-lt"/>
                <a:cs typeface="Arial"/>
              </a:rPr>
              <a:t> </a:t>
            </a:r>
            <a:r>
              <a:rPr lang="en-US" sz="1200" dirty="0" err="1">
                <a:ea typeface="+mn-lt"/>
                <a:cs typeface="Arial"/>
              </a:rPr>
              <a:t>em</a:t>
            </a:r>
            <a:r>
              <a:rPr lang="en-US" sz="1200" dirty="0">
                <a:ea typeface="+mn-lt"/>
                <a:cs typeface="Arial"/>
              </a:rPr>
              <a:t>:</a:t>
            </a:r>
            <a:r>
              <a:rPr lang="en-US" sz="1200" dirty="0">
                <a:solidFill>
                  <a:schemeClr val="tx2"/>
                </a:solidFill>
                <a:ea typeface="+mn-lt"/>
                <a:cs typeface="Arial"/>
              </a:rPr>
              <a:t> </a:t>
            </a:r>
            <a:r>
              <a:rPr lang="en-US" sz="1200" dirty="0">
                <a:solidFill>
                  <a:srgbClr val="0070C0"/>
                </a:solidFill>
                <a:ea typeface="+mn-lt"/>
                <a:cs typeface="Arial"/>
                <a:hlinkClick r:id="rId3">
                  <a:extLst>
                    <a:ext uri="{A12FA001-AC4F-418D-AE19-62706E023703}">
                      <ahyp:hlinkClr xmlns:ahyp="http://schemas.microsoft.com/office/drawing/2018/hyperlinkcolor" val="tx"/>
                    </a:ext>
                  </a:extLst>
                </a:hlinkClick>
              </a:rPr>
              <a:t>https://agenciagov.ebc.com.br/noticias/202401/divulgados-resultados-do-enem-2023</a:t>
            </a:r>
            <a:endParaRPr lang="en-US" sz="1200" dirty="0">
              <a:solidFill>
                <a:schemeClr val="tx2"/>
              </a:solidFill>
              <a:ea typeface="+mn-lt"/>
              <a:cs typeface="Arial"/>
            </a:endParaRPr>
          </a:p>
          <a:p>
            <a:pPr marL="0" indent="0">
              <a:lnSpc>
                <a:spcPct val="100000"/>
              </a:lnSpc>
              <a:buNone/>
            </a:pPr>
            <a:r>
              <a:rPr lang="pt-BR" sz="1200" dirty="0">
                <a:ea typeface="+mn-lt"/>
                <a:cs typeface="Arial"/>
              </a:rPr>
              <a:t>AIO EDUCAÇÃO. </a:t>
            </a:r>
            <a:r>
              <a:rPr lang="pt-BR" sz="1200" b="1" dirty="0">
                <a:ea typeface="+mn-lt"/>
                <a:cs typeface="Arial"/>
              </a:rPr>
              <a:t>Análise da evolução e disparidades nas notas do Enem</a:t>
            </a:r>
            <a:r>
              <a:rPr lang="pt-BR" sz="1200" dirty="0">
                <a:ea typeface="+mn-lt"/>
                <a:cs typeface="Arial"/>
              </a:rPr>
              <a:t>. edtech aio educação, 2024. Disponível em:</a:t>
            </a:r>
            <a:r>
              <a:rPr lang="pt-BR" sz="1200" dirty="0">
                <a:solidFill>
                  <a:srgbClr val="465562"/>
                </a:solidFill>
                <a:ea typeface="+mn-lt"/>
                <a:cs typeface="Arial"/>
              </a:rPr>
              <a:t> </a:t>
            </a:r>
            <a:r>
              <a:rPr lang="pt-BR" sz="1200" dirty="0">
                <a:solidFill>
                  <a:srgbClr val="0070C0"/>
                </a:solidFill>
                <a:ea typeface="+mn-lt"/>
                <a:cs typeface="Arial"/>
                <a:hlinkClick r:id="rId4">
                  <a:extLst>
                    <a:ext uri="{A12FA001-AC4F-418D-AE19-62706E023703}">
                      <ahyp:hlinkClr xmlns:ahyp="http://schemas.microsoft.com/office/drawing/2018/hyperlinkcolor" val="tx"/>
                    </a:ext>
                  </a:extLst>
                </a:hlinkClick>
              </a:rPr>
              <a:t>https://chatwoot.aio.com.br/hc/aio-educacao/articles/1734373277-de-onde-vem-os-dados-do-enem-por-escola</a:t>
            </a:r>
            <a:endParaRPr lang="pt-BR" sz="1200" dirty="0">
              <a:solidFill>
                <a:srgbClr val="0070C0"/>
              </a:solidFill>
              <a:ea typeface="+mn-lt"/>
              <a:cs typeface="Arial"/>
            </a:endParaRPr>
          </a:p>
          <a:p>
            <a:pPr marL="0" indent="0">
              <a:lnSpc>
                <a:spcPct val="100000"/>
              </a:lnSpc>
              <a:buNone/>
            </a:pPr>
            <a:r>
              <a:rPr lang="pt-BR" sz="1200" dirty="0">
                <a:solidFill>
                  <a:srgbClr val="465562"/>
                </a:solidFill>
                <a:ea typeface="+mn-lt"/>
                <a:cs typeface="Arial"/>
              </a:rPr>
              <a:t>BARBOSA</a:t>
            </a:r>
            <a:r>
              <a:rPr lang="pt-BR" sz="1200" dirty="0"/>
              <a:t>,</a:t>
            </a:r>
            <a:r>
              <a:rPr lang="pt-BR" sz="1200" dirty="0">
                <a:latin typeface="Euphemia"/>
                <a:cs typeface="Arial"/>
              </a:rPr>
              <a:t> Carlos Roberto de Almeida Correa. </a:t>
            </a:r>
            <a:r>
              <a:rPr lang="pt-BR" sz="1200" b="1" dirty="0">
                <a:latin typeface="Euphemia"/>
                <a:cs typeface="Arial"/>
              </a:rPr>
              <a:t>Transformações no Ensino-Aprendizagem com o Uso da Inteligência Artificial: Revisão Sistemática da Literatura</a:t>
            </a:r>
            <a:r>
              <a:rPr lang="pt-BR" sz="1200" dirty="0">
                <a:latin typeface="Euphemia"/>
                <a:cs typeface="Arial"/>
              </a:rPr>
              <a:t>. RECIMA21 - Revista Científica Multidisciplinar, 2023. Disponível em:</a:t>
            </a:r>
            <a:r>
              <a:rPr lang="pt-BR" sz="1200" dirty="0">
                <a:solidFill>
                  <a:schemeClr val="tx2"/>
                </a:solidFill>
                <a:latin typeface="Euphemia"/>
                <a:cs typeface="Arial"/>
              </a:rPr>
              <a:t> </a:t>
            </a:r>
            <a:r>
              <a:rPr lang="pt-BR" sz="1200" dirty="0">
                <a:solidFill>
                  <a:srgbClr val="0070C0"/>
                </a:solidFill>
                <a:latin typeface="Euphemia"/>
                <a:cs typeface="Arial"/>
              </a:rPr>
              <a:t> </a:t>
            </a:r>
            <a:r>
              <a:rPr lang="pt-BR" sz="1200" dirty="0">
                <a:solidFill>
                  <a:srgbClr val="0070C0"/>
                </a:solidFill>
                <a:latin typeface="Euphemia"/>
                <a:cs typeface="Arial"/>
                <a:hlinkClick r:id="rId5">
                  <a:extLst>
                    <a:ext uri="{A12FA001-AC4F-418D-AE19-62706E023703}">
                      <ahyp:hlinkClr xmlns:ahyp="http://schemas.microsoft.com/office/drawing/2018/hyperlinkcolor" val="tx"/>
                    </a:ext>
                  </a:extLst>
                </a:hlinkClick>
              </a:rPr>
              <a:t>https://recima21.com.br/recima21/article/view/3103/2259</a:t>
            </a:r>
            <a:endParaRPr lang="pt-BR" sz="1200" dirty="0">
              <a:solidFill>
                <a:srgbClr val="0070C0"/>
              </a:solidFill>
              <a:latin typeface="Euphemia"/>
              <a:cs typeface="Arial"/>
            </a:endParaRPr>
          </a:p>
          <a:p>
            <a:pPr marL="0" indent="0">
              <a:lnSpc>
                <a:spcPct val="100000"/>
              </a:lnSpc>
              <a:buNone/>
            </a:pPr>
            <a:r>
              <a:rPr lang="en-US" sz="1200" dirty="0"/>
              <a:t>BRASIL</a:t>
            </a:r>
            <a:r>
              <a:rPr lang="en-US" sz="1200" dirty="0">
                <a:cs typeface="Arial"/>
              </a:rPr>
              <a:t>. </a:t>
            </a:r>
            <a:r>
              <a:rPr lang="en-US" sz="1200" err="1">
                <a:cs typeface="Arial"/>
              </a:rPr>
              <a:t>Agência</a:t>
            </a:r>
            <a:r>
              <a:rPr lang="en-US" sz="1200" dirty="0">
                <a:cs typeface="Arial"/>
              </a:rPr>
              <a:t> Gov.</a:t>
            </a:r>
            <a:r>
              <a:rPr lang="en-US" sz="1200" b="1" dirty="0">
                <a:cs typeface="Arial"/>
              </a:rPr>
              <a:t> </a:t>
            </a:r>
            <a:r>
              <a:rPr lang="en-US" sz="1200" b="1" err="1">
                <a:cs typeface="Arial"/>
              </a:rPr>
              <a:t>Divulgados</a:t>
            </a:r>
            <a:r>
              <a:rPr lang="en-US" sz="1200" b="1" dirty="0">
                <a:cs typeface="Arial"/>
              </a:rPr>
              <a:t> </a:t>
            </a:r>
            <a:r>
              <a:rPr lang="en-US" sz="1200" b="1" err="1">
                <a:cs typeface="Arial"/>
              </a:rPr>
              <a:t>resultados</a:t>
            </a:r>
            <a:r>
              <a:rPr lang="en-US" sz="1200" b="1" dirty="0">
                <a:cs typeface="Arial"/>
              </a:rPr>
              <a:t> do </a:t>
            </a:r>
            <a:r>
              <a:rPr lang="en-US" sz="1200" b="1" err="1">
                <a:cs typeface="Arial"/>
              </a:rPr>
              <a:t>Enem</a:t>
            </a:r>
            <a:r>
              <a:rPr lang="en-US" sz="1200" b="1" dirty="0">
                <a:cs typeface="Arial"/>
              </a:rPr>
              <a:t> 2023</a:t>
            </a:r>
            <a:r>
              <a:rPr lang="en-US" sz="1200" dirty="0">
                <a:cs typeface="Arial"/>
              </a:rPr>
              <a:t>. 16 </a:t>
            </a:r>
            <a:r>
              <a:rPr lang="en-US" sz="1200" err="1">
                <a:cs typeface="Arial"/>
              </a:rPr>
              <a:t>jan.</a:t>
            </a:r>
            <a:r>
              <a:rPr lang="en-US" sz="1200" dirty="0">
                <a:cs typeface="Arial"/>
              </a:rPr>
              <a:t> 2024. </a:t>
            </a:r>
            <a:r>
              <a:rPr lang="en-US" sz="1200" err="1">
                <a:cs typeface="Arial"/>
              </a:rPr>
              <a:t>Disponível</a:t>
            </a:r>
            <a:r>
              <a:rPr lang="en-US" sz="1200" dirty="0">
                <a:cs typeface="Arial"/>
              </a:rPr>
              <a:t> </a:t>
            </a:r>
            <a:r>
              <a:rPr lang="en-US" sz="1200" err="1">
                <a:cs typeface="Arial"/>
              </a:rPr>
              <a:t>em</a:t>
            </a:r>
            <a:r>
              <a:rPr lang="en-US" sz="1200" dirty="0">
                <a:cs typeface="Arial"/>
              </a:rPr>
              <a:t>:</a:t>
            </a:r>
            <a:r>
              <a:rPr lang="en-US" sz="1200" dirty="0">
                <a:solidFill>
                  <a:schemeClr val="tx2"/>
                </a:solidFill>
                <a:cs typeface="Arial"/>
              </a:rPr>
              <a:t>  </a:t>
            </a:r>
            <a:r>
              <a:rPr lang="en-US" sz="1200" dirty="0">
                <a:solidFill>
                  <a:srgbClr val="0070C0"/>
                </a:solidFill>
                <a:cs typeface="Arial"/>
                <a:hlinkClick r:id="rId3">
                  <a:extLst>
                    <a:ext uri="{A12FA001-AC4F-418D-AE19-62706E023703}">
                      <ahyp:hlinkClr xmlns:ahyp="http://schemas.microsoft.com/office/drawing/2018/hyperlinkcolor" val="tx"/>
                    </a:ext>
                  </a:extLst>
                </a:hlinkClick>
              </a:rPr>
              <a:t>https://agenciagov.ebc.com.br/noticias/202401/divulgados-resultados-do-enem-2023</a:t>
            </a:r>
            <a:endParaRPr lang="en-US" sz="1200" dirty="0">
              <a:solidFill>
                <a:srgbClr val="0070C0"/>
              </a:solidFill>
              <a:cs typeface="Arial"/>
            </a:endParaRPr>
          </a:p>
          <a:p>
            <a:pPr marL="0" indent="0">
              <a:lnSpc>
                <a:spcPct val="100000"/>
              </a:lnSpc>
              <a:buNone/>
            </a:pPr>
            <a:r>
              <a:rPr lang="en-US" sz="1200" dirty="0">
                <a:cs typeface="Arial"/>
              </a:rPr>
              <a:t>CARNAVAL, Marilya Mariany. </a:t>
            </a:r>
            <a:r>
              <a:rPr lang="en-US" sz="1200" b="1" dirty="0">
                <a:cs typeface="Arial"/>
              </a:rPr>
              <a:t>A </a:t>
            </a:r>
            <a:r>
              <a:rPr lang="en-US" sz="1200" b="1" err="1">
                <a:cs typeface="Arial"/>
              </a:rPr>
              <a:t>desigualdade</a:t>
            </a:r>
            <a:r>
              <a:rPr lang="en-US" sz="1200" b="1" dirty="0">
                <a:cs typeface="Arial"/>
              </a:rPr>
              <a:t> da </a:t>
            </a:r>
            <a:r>
              <a:rPr lang="en-US" sz="1200" b="1" err="1">
                <a:cs typeface="Arial"/>
              </a:rPr>
              <a:t>infraestrutura</a:t>
            </a:r>
            <a:r>
              <a:rPr lang="en-US" sz="1200" b="1" dirty="0">
                <a:cs typeface="Arial"/>
              </a:rPr>
              <a:t> escolar das </a:t>
            </a:r>
            <a:r>
              <a:rPr lang="en-US" sz="1200" b="1" err="1">
                <a:cs typeface="Arial"/>
              </a:rPr>
              <a:t>escolas</a:t>
            </a:r>
            <a:r>
              <a:rPr lang="en-US" sz="1200" b="1" dirty="0">
                <a:cs typeface="Arial"/>
              </a:rPr>
              <a:t> </a:t>
            </a:r>
            <a:r>
              <a:rPr lang="en-US" sz="1200" b="1" err="1">
                <a:cs typeface="Arial"/>
              </a:rPr>
              <a:t>estaduais</a:t>
            </a:r>
            <a:r>
              <a:rPr lang="en-US" sz="1200" b="1" dirty="0">
                <a:cs typeface="Arial"/>
              </a:rPr>
              <a:t> do </a:t>
            </a:r>
            <a:r>
              <a:rPr lang="en-US" sz="1200" b="1" err="1">
                <a:cs typeface="Arial"/>
              </a:rPr>
              <a:t>município</a:t>
            </a:r>
            <a:r>
              <a:rPr lang="en-US" sz="1200" b="1" dirty="0">
                <a:cs typeface="Arial"/>
              </a:rPr>
              <a:t> de São Paulo</a:t>
            </a:r>
            <a:r>
              <a:rPr lang="en-US" sz="1200" dirty="0">
                <a:cs typeface="Arial"/>
              </a:rPr>
              <a:t>. Jornal de </a:t>
            </a:r>
            <a:r>
              <a:rPr lang="en-US" sz="1200" err="1">
                <a:cs typeface="Arial"/>
              </a:rPr>
              <a:t>Políticas</a:t>
            </a:r>
            <a:r>
              <a:rPr lang="en-US" sz="1200" dirty="0">
                <a:cs typeface="Arial"/>
              </a:rPr>
              <a:t> </a:t>
            </a:r>
            <a:r>
              <a:rPr lang="en-US" sz="1200" err="1">
                <a:cs typeface="Arial"/>
              </a:rPr>
              <a:t>Educacionais</a:t>
            </a:r>
            <a:r>
              <a:rPr lang="en-US" sz="1200" dirty="0">
                <a:cs typeface="Arial"/>
              </a:rPr>
              <a:t> – Educ@, v. 15, 2021. </a:t>
            </a:r>
            <a:r>
              <a:rPr lang="en-US" sz="1200" err="1">
                <a:cs typeface="Arial"/>
              </a:rPr>
              <a:t>Disponível</a:t>
            </a:r>
            <a:r>
              <a:rPr lang="en-US" sz="1200" dirty="0">
                <a:cs typeface="Arial"/>
              </a:rPr>
              <a:t> </a:t>
            </a:r>
            <a:r>
              <a:rPr lang="en-US" sz="1200" err="1">
                <a:cs typeface="Arial"/>
              </a:rPr>
              <a:t>em</a:t>
            </a:r>
            <a:r>
              <a:rPr lang="en-US" sz="1200" dirty="0">
                <a:cs typeface="Arial"/>
              </a:rPr>
              <a:t>:</a:t>
            </a:r>
            <a:r>
              <a:rPr lang="en-US" sz="1200" dirty="0">
                <a:solidFill>
                  <a:schemeClr val="tx2"/>
                </a:solidFill>
                <a:cs typeface="Arial"/>
              </a:rPr>
              <a:t> </a:t>
            </a:r>
            <a:r>
              <a:rPr lang="en-US" sz="1200" dirty="0">
                <a:solidFill>
                  <a:srgbClr val="0070C0"/>
                </a:solidFill>
                <a:cs typeface="Arial"/>
                <a:hlinkClick r:id="rId6">
                  <a:extLst>
                    <a:ext uri="{A12FA001-AC4F-418D-AE19-62706E023703}">
                      <ahyp:hlinkClr xmlns:ahyp="http://schemas.microsoft.com/office/drawing/2018/hyperlinkcolor" val="tx"/>
                    </a:ext>
                  </a:extLst>
                </a:hlinkClick>
              </a:rPr>
              <a:t>http://educa.fcc.org.br/scielo.php?script=sci_arttext&amp;pid=S1981-19692021000100130&amp;lng=pt&amp;nrm=iso</a:t>
            </a:r>
            <a:endParaRPr lang="en-US" sz="1200" dirty="0">
              <a:solidFill>
                <a:srgbClr val="0070C0"/>
              </a:solidFill>
              <a:cs typeface="Arial"/>
            </a:endParaRPr>
          </a:p>
          <a:p>
            <a:pPr marL="0" indent="0">
              <a:lnSpc>
                <a:spcPct val="100000"/>
              </a:lnSpc>
              <a:buNone/>
            </a:pPr>
            <a:r>
              <a:rPr lang="pt-BR" sz="1200" dirty="0"/>
              <a:t>ESPÍRITO SANTO (Estado). </a:t>
            </a:r>
            <a:r>
              <a:rPr lang="pt-BR" sz="1200" b="1" dirty="0"/>
              <a:t>Secretaria da Educação. Mais da metade dos alunos da rede estadual do Espírito Santo tem nota acima de 600 na redação do Enem 2023</a:t>
            </a:r>
            <a:r>
              <a:rPr lang="pt-BR" sz="1200" dirty="0"/>
              <a:t>. 2024. Disponível em</a:t>
            </a:r>
            <a:r>
              <a:rPr lang="pt-BR" sz="1200" dirty="0">
                <a:solidFill>
                  <a:srgbClr val="465562"/>
                </a:solidFill>
              </a:rPr>
              <a:t>: </a:t>
            </a:r>
            <a:r>
              <a:rPr lang="pt-BR" sz="1200" dirty="0">
                <a:solidFill>
                  <a:srgbClr val="0070C0"/>
                </a:solidFill>
                <a:hlinkClick r:id="rId7">
                  <a:extLst>
                    <a:ext uri="{A12FA001-AC4F-418D-AE19-62706E023703}">
                      <ahyp:hlinkClr xmlns:ahyp="http://schemas.microsoft.com/office/drawing/2018/hyperlinkcolor" val="tx"/>
                    </a:ext>
                  </a:extLst>
                </a:hlinkClick>
              </a:rPr>
              <a:t>https://www.es.gov.br/Noticia/mais-dametade-dos-alunos-da-rede-estadual-do-espirito-santo-tem-nota-acima-de-600-naredacao-do-enem-2023</a:t>
            </a:r>
            <a:endParaRPr lang="pt-BR" sz="1200" dirty="0">
              <a:solidFill>
                <a:srgbClr val="0070C0"/>
              </a:solidFill>
            </a:endParaRPr>
          </a:p>
          <a:p>
            <a:pPr marL="0" indent="0">
              <a:buNone/>
            </a:pPr>
            <a:endParaRPr lang="pt-BR" sz="1200" dirty="0">
              <a:solidFill>
                <a:srgbClr val="0070C0"/>
              </a:solidFill>
            </a:endParaRPr>
          </a:p>
          <a:p>
            <a:pPr marL="0" indent="0">
              <a:buNone/>
            </a:pPr>
            <a:endParaRPr lang="en-US" sz="1200" dirty="0">
              <a:solidFill>
                <a:srgbClr val="000000"/>
              </a:solidFill>
              <a:latin typeface="Arial"/>
              <a:cs typeface="Arial"/>
            </a:endParaRPr>
          </a:p>
        </p:txBody>
      </p:sp>
      <p:sp>
        <p:nvSpPr>
          <p:cNvPr id="12" name="Título 1">
            <a:extLst>
              <a:ext uri="{FF2B5EF4-FFF2-40B4-BE49-F238E27FC236}">
                <a16:creationId xmlns:a16="http://schemas.microsoft.com/office/drawing/2014/main" id="{51032300-789B-60BF-CD4B-6828C642AC62}"/>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2F22F1A7-D07B-E85F-933D-68C28F0B8804}"/>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grpSp>
        <p:nvGrpSpPr>
          <p:cNvPr id="33" name="Agrupar 32">
            <a:extLst>
              <a:ext uri="{FF2B5EF4-FFF2-40B4-BE49-F238E27FC236}">
                <a16:creationId xmlns:a16="http://schemas.microsoft.com/office/drawing/2014/main" id="{22E34E3D-6AC5-B7C9-2994-D24B01C89AF1}"/>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5B542998-F145-4FAC-2526-F53001212CAE}"/>
                </a:ext>
              </a:extLst>
            </p:cNvPr>
            <p:cNvPicPr>
              <a:picLocks noChangeAspect="1"/>
            </p:cNvPicPr>
            <p:nvPr/>
          </p:nvPicPr>
          <p:blipFill>
            <a:blip r:embed="rId8"/>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D4D44079-2E25-3F46-F378-57BAF03057E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5BB31764-0129-1ABF-B694-2265B52E62E4}"/>
                </a:ext>
              </a:extLst>
            </p:cNvPr>
            <p:cNvPicPr>
              <a:picLocks noChangeAspect="1"/>
            </p:cNvPicPr>
            <p:nvPr/>
          </p:nvPicPr>
          <p:blipFill>
            <a:blip r:embed="rId10"/>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3E03D504-317D-0E4B-C6E5-2F7991C396C7}"/>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B9A428D9-D7E6-26A2-ADD4-7BB9AEBA1C81}"/>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ED740B5A-A575-AC18-89F3-973D3A1B48E1}"/>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 name="Espaço Reservado para Rodapé 6">
            <a:extLst>
              <a:ext uri="{FF2B5EF4-FFF2-40B4-BE49-F238E27FC236}">
                <a16:creationId xmlns:a16="http://schemas.microsoft.com/office/drawing/2014/main" id="{4296D9B5-4F4B-83C9-886A-B5A8348E6B18}"/>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pic>
        <p:nvPicPr>
          <p:cNvPr id="2" name="Gráfico 1">
            <a:extLst>
              <a:ext uri="{FF2B5EF4-FFF2-40B4-BE49-F238E27FC236}">
                <a16:creationId xmlns:a16="http://schemas.microsoft.com/office/drawing/2014/main" id="{CA8B95DE-682A-F16D-0239-EA6AD91A743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511577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2B3D2-ECCA-E1CC-A84A-B090821BE154}"/>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A27DB80F-423B-45C5-2B14-4206D7B0F06E}"/>
              </a:ext>
            </a:extLst>
          </p:cNvPr>
          <p:cNvSpPr>
            <a:spLocks noGrp="1"/>
          </p:cNvSpPr>
          <p:nvPr>
            <p:ph type="sldNum" sz="quarter" idx="12"/>
          </p:nvPr>
        </p:nvSpPr>
        <p:spPr/>
        <p:txBody>
          <a:bodyPr/>
          <a:lstStyle/>
          <a:p>
            <a:pPr rtl="0"/>
            <a:fld id="{7DC1BBB0-96F0-4077-A278-0F3FB5C104D3}" type="slidenum">
              <a:rPr lang="pt-BR" noProof="0" smtClean="0"/>
              <a:pPr rtl="0"/>
              <a:t>34</a:t>
            </a:fld>
            <a:endParaRPr lang="pt-BR" noProof="0"/>
          </a:p>
        </p:txBody>
      </p:sp>
      <p:sp>
        <p:nvSpPr>
          <p:cNvPr id="5" name="Espaço reservado para conteúdo 13">
            <a:extLst>
              <a:ext uri="{FF2B5EF4-FFF2-40B4-BE49-F238E27FC236}">
                <a16:creationId xmlns:a16="http://schemas.microsoft.com/office/drawing/2014/main" id="{70C077E4-4502-56FC-8363-6290A8A141B5}"/>
              </a:ext>
            </a:extLst>
          </p:cNvPr>
          <p:cNvSpPr txBox="1">
            <a:spLocks/>
          </p:cNvSpPr>
          <p:nvPr/>
        </p:nvSpPr>
        <p:spPr>
          <a:xfrm>
            <a:off x="1053852" y="2101339"/>
            <a:ext cx="9717372" cy="4255012"/>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just">
              <a:buNone/>
            </a:pPr>
            <a:r>
              <a:rPr lang="pt-BR" sz="2000" b="1" dirty="0">
                <a:latin typeface="+mj-lt"/>
                <a:cs typeface="Arial"/>
              </a:rPr>
              <a:t>Bibliografia:</a:t>
            </a:r>
          </a:p>
          <a:p>
            <a:pPr marL="0" indent="0" algn="just">
              <a:lnSpc>
                <a:spcPct val="100000"/>
              </a:lnSpc>
              <a:buNone/>
            </a:pPr>
            <a:r>
              <a:rPr lang="pt-BR" sz="1200" dirty="0">
                <a:cs typeface="Arial"/>
              </a:rPr>
              <a:t>FEIJÓ, Janaína Rodrigues; FRANÇA, João Mário Santos de. </a:t>
            </a:r>
            <a:r>
              <a:rPr lang="pt-BR" sz="1200" b="1" dirty="0">
                <a:cs typeface="Arial"/>
              </a:rPr>
              <a:t>Diferencial de desempenho entre jovens das escolas públicas e privadas. Estudos Econômicos</a:t>
            </a:r>
            <a:r>
              <a:rPr lang="pt-BR" sz="1200" dirty="0">
                <a:cs typeface="Arial"/>
              </a:rPr>
              <a:t>, São Paulo, v. 51, n. 2, p. 373-408, 24 jun. 2021. Disponível em: </a:t>
            </a:r>
            <a:r>
              <a:rPr lang="pt-BR" sz="1200" dirty="0">
                <a:solidFill>
                  <a:srgbClr val="0070C0"/>
                </a:solidFill>
                <a:cs typeface="Arial"/>
                <a:hlinkClick r:id="rId3">
                  <a:extLst>
                    <a:ext uri="{A12FA001-AC4F-418D-AE19-62706E023703}">
                      <ahyp:hlinkClr xmlns:ahyp="http://schemas.microsoft.com/office/drawing/2018/hyperlinkcolor" val="tx"/>
                    </a:ext>
                  </a:extLst>
                </a:hlinkClick>
              </a:rPr>
              <a:t>https://revistas.usp.br/ee/article/view/171074</a:t>
            </a:r>
            <a:endParaRPr lang="pt-BR" sz="1200" dirty="0"/>
          </a:p>
          <a:p>
            <a:pPr marL="0" indent="0">
              <a:lnSpc>
                <a:spcPct val="100000"/>
              </a:lnSpc>
              <a:buNone/>
            </a:pPr>
            <a:r>
              <a:rPr lang="pt-BR" sz="1200" dirty="0"/>
              <a:t>FREEPIK. Disponível em: </a:t>
            </a:r>
            <a:r>
              <a:rPr lang="pt-BR" sz="1200" dirty="0">
                <a:solidFill>
                  <a:srgbClr val="0070C0"/>
                </a:solidFill>
                <a:hlinkClick r:id="rId4">
                  <a:extLst>
                    <a:ext uri="{A12FA001-AC4F-418D-AE19-62706E023703}">
                      <ahyp:hlinkClr xmlns:ahyp="http://schemas.microsoft.com/office/drawing/2018/hyperlinkcolor" val="tx"/>
                    </a:ext>
                  </a:extLst>
                </a:hlinkClick>
              </a:rPr>
              <a:t>https://br.freepik.com/</a:t>
            </a:r>
            <a:r>
              <a:rPr lang="pt-BR" sz="1200" dirty="0"/>
              <a:t>.</a:t>
            </a:r>
            <a:endParaRPr lang="en-US" sz="1200">
              <a:solidFill>
                <a:srgbClr val="8FC48C"/>
              </a:solidFill>
              <a:cs typeface="Arial"/>
            </a:endParaRPr>
          </a:p>
          <a:p>
            <a:pPr marL="0" indent="0">
              <a:lnSpc>
                <a:spcPct val="100000"/>
              </a:lnSpc>
              <a:buNone/>
            </a:pPr>
            <a:r>
              <a:rPr lang="en-US" sz="1200" dirty="0">
                <a:cs typeface="Arial"/>
              </a:rPr>
              <a:t>GOVERNO DO ESTADO DE SÃO PAULO. </a:t>
            </a:r>
            <a:r>
              <a:rPr lang="en-US" sz="1200" b="1" err="1">
                <a:cs typeface="Arial"/>
              </a:rPr>
              <a:t>Secretaria</a:t>
            </a:r>
            <a:r>
              <a:rPr lang="en-US" sz="1200" b="1" dirty="0">
                <a:cs typeface="Arial"/>
              </a:rPr>
              <a:t> de Estado da </a:t>
            </a:r>
            <a:r>
              <a:rPr lang="en-US" sz="1200" b="1" err="1">
                <a:cs typeface="Arial"/>
              </a:rPr>
              <a:t>Saúde</a:t>
            </a:r>
            <a:r>
              <a:rPr lang="en-US" sz="1200" b="1" dirty="0">
                <a:cs typeface="Arial"/>
              </a:rPr>
              <a:t>. </a:t>
            </a:r>
            <a:r>
              <a:rPr lang="en-US" sz="1200" b="1" err="1">
                <a:cs typeface="Arial"/>
              </a:rPr>
              <a:t>Gabinete</a:t>
            </a:r>
            <a:r>
              <a:rPr lang="en-US" sz="1200" b="1" dirty="0">
                <a:cs typeface="Arial"/>
              </a:rPr>
              <a:t> do </a:t>
            </a:r>
            <a:r>
              <a:rPr lang="en-US" sz="1200" b="1" err="1">
                <a:cs typeface="Arial"/>
              </a:rPr>
              <a:t>Secretário</a:t>
            </a:r>
            <a:r>
              <a:rPr lang="en-US" sz="1200" b="1" dirty="0">
                <a:cs typeface="Arial"/>
              </a:rPr>
              <a:t>. </a:t>
            </a:r>
            <a:r>
              <a:rPr lang="en-US" sz="1200" b="1" err="1">
                <a:cs typeface="Arial"/>
              </a:rPr>
              <a:t>Despacho</a:t>
            </a:r>
            <a:r>
              <a:rPr lang="en-US" sz="1200" b="1" dirty="0">
                <a:cs typeface="Arial"/>
              </a:rPr>
              <a:t> – </a:t>
            </a:r>
            <a:r>
              <a:rPr lang="en-US" sz="1200" b="1" err="1">
                <a:cs typeface="Arial"/>
              </a:rPr>
              <a:t>Estudos</a:t>
            </a:r>
            <a:r>
              <a:rPr lang="en-US" sz="1200" b="1" dirty="0">
                <a:cs typeface="Arial"/>
              </a:rPr>
              <a:t> para </a:t>
            </a:r>
            <a:r>
              <a:rPr lang="en-US" sz="1200" b="1" err="1">
                <a:cs typeface="Arial"/>
              </a:rPr>
              <a:t>elaboração</a:t>
            </a:r>
            <a:r>
              <a:rPr lang="en-US" sz="1200" b="1" dirty="0">
                <a:cs typeface="Arial"/>
              </a:rPr>
              <a:t> de </a:t>
            </a:r>
            <a:r>
              <a:rPr lang="en-US" sz="1200" b="1" err="1">
                <a:cs typeface="Arial"/>
              </a:rPr>
              <a:t>Proposta</a:t>
            </a:r>
            <a:r>
              <a:rPr lang="en-US" sz="1200" b="1" dirty="0">
                <a:cs typeface="Arial"/>
              </a:rPr>
              <a:t> de </a:t>
            </a:r>
            <a:r>
              <a:rPr lang="en-US" sz="1200" b="1" err="1">
                <a:cs typeface="Arial"/>
              </a:rPr>
              <a:t>Emenda</a:t>
            </a:r>
            <a:r>
              <a:rPr lang="en-US" sz="1200" b="1" dirty="0">
                <a:cs typeface="Arial"/>
              </a:rPr>
              <a:t> à </a:t>
            </a:r>
            <a:r>
              <a:rPr lang="en-US" sz="1200" b="1" err="1">
                <a:cs typeface="Arial"/>
              </a:rPr>
              <a:t>Constituição</a:t>
            </a:r>
            <a:r>
              <a:rPr lang="en-US" sz="1200" b="1" dirty="0">
                <a:cs typeface="Arial"/>
              </a:rPr>
              <a:t>: </a:t>
            </a:r>
            <a:r>
              <a:rPr lang="en-US" sz="1200" b="1" err="1">
                <a:cs typeface="Arial"/>
              </a:rPr>
              <a:t>limite</a:t>
            </a:r>
            <a:r>
              <a:rPr lang="en-US" sz="1200" b="1" dirty="0">
                <a:cs typeface="Arial"/>
              </a:rPr>
              <a:t> </a:t>
            </a:r>
            <a:r>
              <a:rPr lang="en-US" sz="1200" b="1" err="1">
                <a:cs typeface="Arial"/>
              </a:rPr>
              <a:t>mínimo</a:t>
            </a:r>
            <a:r>
              <a:rPr lang="en-US" sz="1200" b="1" dirty="0">
                <a:cs typeface="Arial"/>
              </a:rPr>
              <a:t> de </a:t>
            </a:r>
            <a:r>
              <a:rPr lang="en-US" sz="1200" b="1" err="1">
                <a:cs typeface="Arial"/>
              </a:rPr>
              <a:t>gastos</a:t>
            </a:r>
            <a:r>
              <a:rPr lang="en-US" sz="1200" dirty="0">
                <a:cs typeface="Arial"/>
              </a:rPr>
              <a:t>. São Paulo, </a:t>
            </a:r>
            <a:r>
              <a:rPr lang="en-US" sz="1200" err="1">
                <a:cs typeface="Arial"/>
              </a:rPr>
              <a:t>s.d.</a:t>
            </a:r>
            <a:r>
              <a:rPr lang="en-US" sz="1200" dirty="0">
                <a:cs typeface="Arial"/>
              </a:rPr>
              <a:t> </a:t>
            </a:r>
            <a:r>
              <a:rPr lang="en-US" sz="1200" err="1">
                <a:cs typeface="Arial"/>
              </a:rPr>
              <a:t>Disponível</a:t>
            </a:r>
            <a:r>
              <a:rPr lang="en-US" sz="1200" dirty="0">
                <a:cs typeface="Arial"/>
              </a:rPr>
              <a:t> </a:t>
            </a:r>
            <a:r>
              <a:rPr lang="en-US" sz="1200" err="1">
                <a:cs typeface="Arial"/>
              </a:rPr>
              <a:t>em</a:t>
            </a:r>
            <a:r>
              <a:rPr lang="en-US" sz="1200" dirty="0">
                <a:cs typeface="Arial"/>
              </a:rPr>
              <a:t>:</a:t>
            </a:r>
            <a:r>
              <a:rPr lang="en-US" sz="1200" dirty="0">
                <a:solidFill>
                  <a:schemeClr val="tx2"/>
                </a:solidFill>
                <a:cs typeface="Arial"/>
              </a:rPr>
              <a:t> </a:t>
            </a:r>
            <a:r>
              <a:rPr lang="en-US" sz="1200" dirty="0">
                <a:solidFill>
                  <a:schemeClr val="tx2"/>
                </a:solidFill>
                <a:ea typeface="+mn-lt"/>
                <a:cs typeface="Arial"/>
              </a:rPr>
              <a:t> </a:t>
            </a:r>
            <a:r>
              <a:rPr lang="en-US" sz="1200" dirty="0">
                <a:solidFill>
                  <a:srgbClr val="0070C0"/>
                </a:solidFill>
                <a:ea typeface="+mn-lt"/>
                <a:cs typeface="Arial"/>
                <a:hlinkClick r:id="rId5">
                  <a:extLst>
                    <a:ext uri="{A12FA001-AC4F-418D-AE19-62706E023703}">
                      <ahyp:hlinkClr xmlns:ahyp="http://schemas.microsoft.com/office/drawing/2018/hyperlinkcolor" val="tx"/>
                    </a:ext>
                  </a:extLst>
                </a:hlinkClick>
              </a:rPr>
              <a:t>https://sei.sp.gov.br/sei/controlador_externo.php?acao=documento_conferir&amp;codigo_verificador=6625077&amp;codigo_crc=7219481D&amp;hash_download=ed720e8646e4e4c1f0eed9d89af48c213ced7495b69a58c999e7fb2ff7a0ce8e52321e2e389aad35a922af750f7cc4beb249022c0f9a057a00f14d3f509c1278&amp;visualizacao=1&amp;id_orgao_acesso_externo=0</a:t>
            </a:r>
            <a:endParaRPr lang="en-US" sz="1200">
              <a:solidFill>
                <a:srgbClr val="8FC48C"/>
              </a:solidFill>
              <a:latin typeface="+mj-lt"/>
              <a:cs typeface="Arial"/>
            </a:endParaRPr>
          </a:p>
          <a:p>
            <a:pPr marL="0" indent="0">
              <a:lnSpc>
                <a:spcPct val="100000"/>
              </a:lnSpc>
              <a:buNone/>
            </a:pPr>
            <a:r>
              <a:rPr lang="pt-BR" sz="1200" dirty="0"/>
              <a:t>ICONS8. Disponível em: </a:t>
            </a:r>
            <a:r>
              <a:rPr lang="pt-BR" sz="1200" dirty="0">
                <a:solidFill>
                  <a:srgbClr val="0070C0"/>
                </a:solidFill>
                <a:hlinkClick r:id="rId6">
                  <a:extLst>
                    <a:ext uri="{A12FA001-AC4F-418D-AE19-62706E023703}">
                      <ahyp:hlinkClr xmlns:ahyp="http://schemas.microsoft.com/office/drawing/2018/hyperlinkcolor" val="tx"/>
                    </a:ext>
                  </a:extLst>
                </a:hlinkClick>
              </a:rPr>
              <a:t>https://icons8.com/icons</a:t>
            </a:r>
            <a:endParaRPr lang="pt-BR" sz="1200" dirty="0">
              <a:solidFill>
                <a:schemeClr val="tx2"/>
              </a:solidFill>
            </a:endParaRPr>
          </a:p>
          <a:p>
            <a:pPr marL="0" indent="0">
              <a:lnSpc>
                <a:spcPct val="100000"/>
              </a:lnSpc>
              <a:buNone/>
            </a:pPr>
            <a:r>
              <a:rPr lang="pt-BR" sz="1200" dirty="0"/>
              <a:t>INEP. </a:t>
            </a:r>
            <a:r>
              <a:rPr lang="pt-BR" sz="1200" b="1" dirty="0"/>
              <a:t>A Redação do ENEM – Cartilha do(a) participante. INEP</a:t>
            </a:r>
            <a:r>
              <a:rPr lang="pt-BR" sz="1200" dirty="0"/>
              <a:t>, 2024. Disponível em: </a:t>
            </a:r>
            <a:r>
              <a:rPr lang="pt-BR" sz="1200" dirty="0">
                <a:solidFill>
                  <a:srgbClr val="0070C0"/>
                </a:solidFill>
                <a:hlinkClick r:id="rId7">
                  <a:extLst>
                    <a:ext uri="{A12FA001-AC4F-418D-AE19-62706E023703}">
                      <ahyp:hlinkClr xmlns:ahyp="http://schemas.microsoft.com/office/drawing/2018/hyperlinkcolor" val="tx"/>
                    </a:ext>
                  </a:extLst>
                </a:hlinkClick>
              </a:rPr>
              <a:t>https://www.gov.br/inep/pt-br/centrais-de-conteudo/acervo-linha-editorial/publicacoes-institucionais/avaliacoes-e-exames-da-educacao-basica/a-redacao-do-enem-cartilha-do-a-participante</a:t>
            </a:r>
            <a:endParaRPr lang="pt-BR" sz="1200" dirty="0">
              <a:solidFill>
                <a:srgbClr val="0070C0"/>
              </a:solidFill>
            </a:endParaRPr>
          </a:p>
          <a:p>
            <a:pPr marL="0" indent="0">
              <a:lnSpc>
                <a:spcPct val="100000"/>
              </a:lnSpc>
              <a:buNone/>
            </a:pPr>
            <a:endParaRPr lang="pt-BR" sz="1200" dirty="0">
              <a:solidFill>
                <a:srgbClr val="0070C0"/>
              </a:solidFill>
            </a:endParaRPr>
          </a:p>
        </p:txBody>
      </p:sp>
      <p:sp>
        <p:nvSpPr>
          <p:cNvPr id="12" name="Título 1">
            <a:extLst>
              <a:ext uri="{FF2B5EF4-FFF2-40B4-BE49-F238E27FC236}">
                <a16:creationId xmlns:a16="http://schemas.microsoft.com/office/drawing/2014/main" id="{357C0A2E-FDA8-EC08-B247-92B6C9A06BF3}"/>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D0554A2B-79A4-3D6E-3339-9960D4E4008E}"/>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grpSp>
        <p:nvGrpSpPr>
          <p:cNvPr id="33" name="Agrupar 32">
            <a:extLst>
              <a:ext uri="{FF2B5EF4-FFF2-40B4-BE49-F238E27FC236}">
                <a16:creationId xmlns:a16="http://schemas.microsoft.com/office/drawing/2014/main" id="{11386CFB-2260-F529-B3F6-725326F487BE}"/>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C5F4E5E4-DAB8-2BD6-5A09-2F21819C2A36}"/>
                </a:ext>
              </a:extLst>
            </p:cNvPr>
            <p:cNvPicPr>
              <a:picLocks noChangeAspect="1"/>
            </p:cNvPicPr>
            <p:nvPr/>
          </p:nvPicPr>
          <p:blipFill>
            <a:blip r:embed="rId8"/>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085570C1-637D-5F06-D7DC-A11D7D3EC00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156FCCBF-A23A-23AF-438D-BD2B56ED22E2}"/>
                </a:ext>
              </a:extLst>
            </p:cNvPr>
            <p:cNvPicPr>
              <a:picLocks noChangeAspect="1"/>
            </p:cNvPicPr>
            <p:nvPr/>
          </p:nvPicPr>
          <p:blipFill>
            <a:blip r:embed="rId10"/>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6A139C5E-08B7-71AA-951B-0A1621C35F72}"/>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8C3094FF-E105-18E1-88DC-5C9B781C0A03}"/>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00E0BA21-39A8-2BA1-CB8E-CD318B7DC321}"/>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 name="Espaço Reservado para Rodapé 6">
            <a:extLst>
              <a:ext uri="{FF2B5EF4-FFF2-40B4-BE49-F238E27FC236}">
                <a16:creationId xmlns:a16="http://schemas.microsoft.com/office/drawing/2014/main" id="{9FCC79A9-DA18-238B-DF00-49318615D16E}"/>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pic>
        <p:nvPicPr>
          <p:cNvPr id="2" name="Gráfico 1">
            <a:extLst>
              <a:ext uri="{FF2B5EF4-FFF2-40B4-BE49-F238E27FC236}">
                <a16:creationId xmlns:a16="http://schemas.microsoft.com/office/drawing/2014/main" id="{8FDD6251-F2C0-87D7-8EE1-FED88674299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1360594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E5FC2-A9B4-2691-22A8-BF8BD194A559}"/>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6471E137-8EE0-203B-1EFF-45EBFABF2E3A}"/>
              </a:ext>
            </a:extLst>
          </p:cNvPr>
          <p:cNvSpPr>
            <a:spLocks noGrp="1"/>
          </p:cNvSpPr>
          <p:nvPr>
            <p:ph type="sldNum" sz="quarter" idx="12"/>
          </p:nvPr>
        </p:nvSpPr>
        <p:spPr/>
        <p:txBody>
          <a:bodyPr/>
          <a:lstStyle/>
          <a:p>
            <a:pPr rtl="0"/>
            <a:fld id="{7DC1BBB0-96F0-4077-A278-0F3FB5C104D3}" type="slidenum">
              <a:rPr lang="pt-BR" noProof="0" smtClean="0"/>
              <a:pPr rtl="0"/>
              <a:t>35</a:t>
            </a:fld>
            <a:endParaRPr lang="pt-BR" noProof="0"/>
          </a:p>
        </p:txBody>
      </p:sp>
      <p:sp>
        <p:nvSpPr>
          <p:cNvPr id="5" name="Espaço reservado para conteúdo 13">
            <a:extLst>
              <a:ext uri="{FF2B5EF4-FFF2-40B4-BE49-F238E27FC236}">
                <a16:creationId xmlns:a16="http://schemas.microsoft.com/office/drawing/2014/main" id="{5ED018C9-F128-0BC7-2CC7-BDAA8357CAE7}"/>
              </a:ext>
            </a:extLst>
          </p:cNvPr>
          <p:cNvSpPr txBox="1">
            <a:spLocks/>
          </p:cNvSpPr>
          <p:nvPr/>
        </p:nvSpPr>
        <p:spPr>
          <a:xfrm>
            <a:off x="1053852" y="2101339"/>
            <a:ext cx="9717372" cy="4255012"/>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just">
              <a:buNone/>
            </a:pPr>
            <a:r>
              <a:rPr lang="pt-BR" sz="2000" b="1" dirty="0">
                <a:latin typeface="+mj-lt"/>
                <a:cs typeface="Arial"/>
              </a:rPr>
              <a:t>Bibliografia:</a:t>
            </a:r>
            <a:endParaRPr lang="pt-BR" dirty="0">
              <a:solidFill>
                <a:srgbClr val="465562"/>
              </a:solidFill>
              <a:ea typeface="+mn-lt"/>
              <a:cs typeface="+mn-lt"/>
            </a:endParaRPr>
          </a:p>
          <a:p>
            <a:pPr marL="0" indent="0">
              <a:lnSpc>
                <a:spcPct val="100000"/>
              </a:lnSpc>
              <a:buNone/>
            </a:pPr>
            <a:r>
              <a:rPr lang="pt-BR" sz="1200" dirty="0">
                <a:solidFill>
                  <a:srgbClr val="465562"/>
                </a:solidFill>
                <a:ea typeface="+mn-lt"/>
                <a:cs typeface="Arial"/>
              </a:rPr>
              <a:t>RIO GRANDE DO SUL (Estado). </a:t>
            </a:r>
            <a:r>
              <a:rPr lang="pt-BR" sz="1200" b="1" dirty="0">
                <a:solidFill>
                  <a:srgbClr val="465562"/>
                </a:solidFill>
                <a:ea typeface="+mn-lt"/>
                <a:cs typeface="Arial"/>
              </a:rPr>
              <a:t>Jornal de Brasília. Redação do Enem desafia aluno da rede estadual e abismo com escola particular chega a 47%</a:t>
            </a:r>
            <a:r>
              <a:rPr lang="pt-BR" sz="1200" dirty="0">
                <a:solidFill>
                  <a:srgbClr val="465562"/>
                </a:solidFill>
                <a:ea typeface="+mn-lt"/>
                <a:cs typeface="Arial"/>
              </a:rPr>
              <a:t>. 2024. Disponível em: </a:t>
            </a:r>
            <a:r>
              <a:rPr lang="pt-BR" sz="1200" dirty="0">
                <a:solidFill>
                  <a:srgbClr val="0070C0"/>
                </a:solidFill>
                <a:ea typeface="+mn-lt"/>
                <a:cs typeface="Arial"/>
                <a:hlinkClick r:id="rId3">
                  <a:extLst>
                    <a:ext uri="{A12FA001-AC4F-418D-AE19-62706E023703}">
                      <ahyp:hlinkClr xmlns:ahyp="http://schemas.microsoft.com/office/drawing/2018/hyperlinkcolor" val="tx"/>
                    </a:ext>
                  </a:extLst>
                </a:hlinkClick>
              </a:rPr>
              <a:t>https://jornaldebrasilia.com.br/noticias/brasil/redacao-do-enemdesafia-aluno-da-rede-estadual-e-abismo-com-escola-particular-chega-a-47/</a:t>
            </a:r>
            <a:endParaRPr lang="pt-BR" sz="1200"/>
          </a:p>
          <a:p>
            <a:pPr marL="0" indent="0">
              <a:lnSpc>
                <a:spcPct val="100000"/>
              </a:lnSpc>
              <a:buNone/>
            </a:pPr>
            <a:r>
              <a:rPr lang="pt-BR" sz="1200" dirty="0">
                <a:solidFill>
                  <a:srgbClr val="465562"/>
                </a:solidFill>
                <a:ea typeface="+mn-lt"/>
                <a:cs typeface="Arial"/>
              </a:rPr>
              <a:t>SANTANA, Izabel Jensen; DANTAS, Adriana S.R. </a:t>
            </a:r>
            <a:r>
              <a:rPr lang="pt-BR" sz="1200" b="1" dirty="0">
                <a:solidFill>
                  <a:srgbClr val="465562"/>
                </a:solidFill>
                <a:ea typeface="+mn-lt"/>
                <a:cs typeface="Arial"/>
              </a:rPr>
              <a:t>A redação do Enem como expressão de capital cultural: renda, tipo de escola e raça em análise</a:t>
            </a:r>
            <a:r>
              <a:rPr lang="pt-BR" sz="1200" dirty="0">
                <a:solidFill>
                  <a:srgbClr val="465562"/>
                </a:solidFill>
                <a:ea typeface="+mn-lt"/>
                <a:cs typeface="Arial"/>
              </a:rPr>
              <a:t>. SciELO </a:t>
            </a:r>
            <a:r>
              <a:rPr lang="pt-BR" sz="1200" err="1">
                <a:solidFill>
                  <a:srgbClr val="465562"/>
                </a:solidFill>
                <a:ea typeface="+mn-lt"/>
                <a:cs typeface="Arial"/>
              </a:rPr>
              <a:t>Preprints</a:t>
            </a:r>
            <a:r>
              <a:rPr lang="pt-BR" sz="1200" dirty="0">
                <a:solidFill>
                  <a:srgbClr val="465562"/>
                </a:solidFill>
                <a:ea typeface="+mn-lt"/>
                <a:cs typeface="Arial"/>
              </a:rPr>
              <a:t>, 2025 (versão 1). Disponível em:  </a:t>
            </a:r>
            <a:r>
              <a:rPr lang="pt-BR" sz="1200" dirty="0">
                <a:solidFill>
                  <a:srgbClr val="0070C0"/>
                </a:solidFill>
                <a:ea typeface="+mn-lt"/>
                <a:cs typeface="Arial"/>
                <a:hlinkClick r:id="rId4">
                  <a:extLst>
                    <a:ext uri="{A12FA001-AC4F-418D-AE19-62706E023703}">
                      <ahyp:hlinkClr xmlns:ahyp="http://schemas.microsoft.com/office/drawing/2018/hyperlinkcolor" val="tx"/>
                    </a:ext>
                  </a:extLst>
                </a:hlinkClick>
              </a:rPr>
              <a:t>https://preprints.scielo.org/index.a/scielo/preprint/view/11056/version/11656</a:t>
            </a:r>
            <a:endParaRPr lang="pt-BR" sz="1200"/>
          </a:p>
          <a:p>
            <a:pPr marL="0" indent="0">
              <a:lnSpc>
                <a:spcPct val="100000"/>
              </a:lnSpc>
              <a:buNone/>
            </a:pPr>
            <a:r>
              <a:rPr lang="pt-BR" sz="1200" dirty="0">
                <a:solidFill>
                  <a:srgbClr val="465562"/>
                </a:solidFill>
                <a:ea typeface="+mn-lt"/>
                <a:cs typeface="Arial"/>
              </a:rPr>
              <a:t>SACHETE, Andréia dos Santos; LOIOLA, Alba Valéria de Sant’Anna de Freitas; PEREIRA, Anderson Martins; ROSSI, Fábio Diniz; GOMES, Raquel Salcedo. </a:t>
            </a:r>
            <a:r>
              <a:rPr lang="pt-BR" sz="1200" b="1" err="1">
                <a:solidFill>
                  <a:srgbClr val="465562"/>
                </a:solidFill>
                <a:ea typeface="+mn-lt"/>
                <a:cs typeface="Arial"/>
              </a:rPr>
              <a:t>EnemIA</a:t>
            </a:r>
            <a:r>
              <a:rPr lang="pt-BR" sz="1200" b="1" dirty="0">
                <a:solidFill>
                  <a:srgbClr val="465562"/>
                </a:solidFill>
                <a:ea typeface="+mn-lt"/>
                <a:cs typeface="Arial"/>
              </a:rPr>
              <a:t>: correção de redações do Enem com Inteligência Artificial. </a:t>
            </a:r>
            <a:r>
              <a:rPr lang="pt-BR" sz="1200" err="1">
                <a:solidFill>
                  <a:srgbClr val="465562"/>
                </a:solidFill>
                <a:ea typeface="+mn-lt"/>
                <a:cs typeface="Arial"/>
              </a:rPr>
              <a:t>Scielo</a:t>
            </a:r>
            <a:r>
              <a:rPr lang="pt-BR" sz="1200" dirty="0">
                <a:solidFill>
                  <a:srgbClr val="465562"/>
                </a:solidFill>
                <a:ea typeface="+mn-lt"/>
                <a:cs typeface="Arial"/>
              </a:rPr>
              <a:t> Brasil, Trabalhos em Linguística, 30 </a:t>
            </a:r>
            <a:r>
              <a:rPr lang="pt-BR" sz="1200" err="1">
                <a:solidFill>
                  <a:srgbClr val="465562"/>
                </a:solidFill>
                <a:ea typeface="+mn-lt"/>
                <a:cs typeface="Arial"/>
              </a:rPr>
              <a:t>jun</a:t>
            </a:r>
            <a:r>
              <a:rPr lang="pt-BR" sz="1200" dirty="0">
                <a:solidFill>
                  <a:srgbClr val="465562"/>
                </a:solidFill>
                <a:ea typeface="+mn-lt"/>
                <a:cs typeface="Arial"/>
              </a:rPr>
              <a:t> 2025. Disponível em:</a:t>
            </a:r>
            <a:r>
              <a:rPr lang="pt-BR" sz="1200" dirty="0">
                <a:solidFill>
                  <a:srgbClr val="000000"/>
                </a:solidFill>
                <a:ea typeface="+mn-lt"/>
                <a:cs typeface="Arial"/>
              </a:rPr>
              <a:t> </a:t>
            </a:r>
            <a:r>
              <a:rPr lang="pt-BR" sz="1200" dirty="0">
                <a:solidFill>
                  <a:srgbClr val="0070C0"/>
                </a:solidFill>
                <a:ea typeface="+mn-lt"/>
                <a:cs typeface="Arial"/>
                <a:hlinkClick r:id="rId5">
                  <a:extLst>
                    <a:ext uri="{A12FA001-AC4F-418D-AE19-62706E023703}">
                      <ahyp:hlinkClr xmlns:ahyp="http://schemas.microsoft.com/office/drawing/2018/hyperlinkcolor" val="tx"/>
                    </a:ext>
                  </a:extLst>
                </a:hlinkClick>
              </a:rPr>
              <a:t>https://www.scielo.br/j/tl/a/xzBKry3YHNpTNwTjkXqSsks/?format=html&amp;lang=pt</a:t>
            </a:r>
            <a:endParaRPr lang="pt-BR" sz="1200">
              <a:solidFill>
                <a:srgbClr val="000000"/>
              </a:solidFill>
              <a:cs typeface="Arial"/>
            </a:endParaRPr>
          </a:p>
          <a:p>
            <a:pPr marL="0" indent="0">
              <a:lnSpc>
                <a:spcPct val="100000"/>
              </a:lnSpc>
              <a:buNone/>
            </a:pPr>
            <a:r>
              <a:rPr lang="pt-BR" sz="1200" dirty="0">
                <a:solidFill>
                  <a:srgbClr val="465562"/>
                </a:solidFill>
                <a:ea typeface="+mn-lt"/>
                <a:cs typeface="Arial"/>
              </a:rPr>
              <a:t>SERGIPE (Estado). </a:t>
            </a:r>
            <a:r>
              <a:rPr lang="pt-BR" sz="1200" b="1" dirty="0">
                <a:solidFill>
                  <a:srgbClr val="465562"/>
                </a:solidFill>
                <a:ea typeface="+mn-lt"/>
                <a:cs typeface="Arial"/>
              </a:rPr>
              <a:t>Secretaria de Estado da Educação. Sergipe tem maior média de redação no Enem entre redes públicas do Brasil</a:t>
            </a:r>
            <a:r>
              <a:rPr lang="pt-BR" sz="1200" dirty="0">
                <a:solidFill>
                  <a:srgbClr val="465562"/>
                </a:solidFill>
                <a:ea typeface="+mn-lt"/>
                <a:cs typeface="Arial"/>
              </a:rPr>
              <a:t>. 2024. Disponível em: </a:t>
            </a:r>
            <a:r>
              <a:rPr lang="pt-BR" sz="1200" dirty="0">
                <a:solidFill>
                  <a:srgbClr val="0070C0"/>
                </a:solidFill>
                <a:ea typeface="+mn-lt"/>
                <a:cs typeface="Arial"/>
                <a:hlinkClick r:id="rId6">
                  <a:extLst>
                    <a:ext uri="{A12FA001-AC4F-418D-AE19-62706E023703}">
                      <ahyp:hlinkClr xmlns:ahyp="http://schemas.microsoft.com/office/drawing/2018/hyperlinkcolor" val="tx"/>
                    </a:ext>
                  </a:extLst>
                </a:hlinkClick>
              </a:rPr>
              <a:t>https://seduc.se.gov.br/sergipe-tem-maior-media-de-redacao-no-enem-entre-asredes-publicas-do-brasil/</a:t>
            </a:r>
            <a:endParaRPr lang="pt-BR" sz="1200" dirty="0">
              <a:cs typeface="Arial"/>
            </a:endParaRPr>
          </a:p>
          <a:p>
            <a:pPr marL="0" indent="0" algn="just">
              <a:buNone/>
            </a:pPr>
            <a:endParaRPr lang="pt-BR" sz="1200" dirty="0"/>
          </a:p>
        </p:txBody>
      </p:sp>
      <p:sp>
        <p:nvSpPr>
          <p:cNvPr id="12" name="Título 1">
            <a:extLst>
              <a:ext uri="{FF2B5EF4-FFF2-40B4-BE49-F238E27FC236}">
                <a16:creationId xmlns:a16="http://schemas.microsoft.com/office/drawing/2014/main" id="{41D51869-3034-3694-DCD5-81CD6848C765}"/>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D683B6F9-3B86-F16E-DD80-D1E52609E919}"/>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grpSp>
        <p:nvGrpSpPr>
          <p:cNvPr id="33" name="Agrupar 32">
            <a:extLst>
              <a:ext uri="{FF2B5EF4-FFF2-40B4-BE49-F238E27FC236}">
                <a16:creationId xmlns:a16="http://schemas.microsoft.com/office/drawing/2014/main" id="{A0891C25-C52F-E21B-541C-532EF08FA25F}"/>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97022CD1-DACD-41A9-EAD2-90B4EDDE25D0}"/>
                </a:ext>
              </a:extLst>
            </p:cNvPr>
            <p:cNvPicPr>
              <a:picLocks noChangeAspect="1"/>
            </p:cNvPicPr>
            <p:nvPr/>
          </p:nvPicPr>
          <p:blipFill>
            <a:blip r:embed="rId7"/>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4A926592-2AFD-6A7D-970E-9FB9AA452CF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BBC183DD-2EEE-1A2A-679C-38261028F71C}"/>
                </a:ext>
              </a:extLst>
            </p:cNvPr>
            <p:cNvPicPr>
              <a:picLocks noChangeAspect="1"/>
            </p:cNvPicPr>
            <p:nvPr/>
          </p:nvPicPr>
          <p:blipFill>
            <a:blip r:embed="rId9"/>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F626FC40-0504-A4CC-E02E-D60AC71A58D4}"/>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D28A12A7-51B5-9653-4273-0A439B2F9303}"/>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762AE443-0AB2-1A25-52CA-536E591AE637}"/>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 name="Espaço Reservado para Rodapé 6">
            <a:extLst>
              <a:ext uri="{FF2B5EF4-FFF2-40B4-BE49-F238E27FC236}">
                <a16:creationId xmlns:a16="http://schemas.microsoft.com/office/drawing/2014/main" id="{BB3D4A03-03D3-9D16-AE70-744B11F8419A}"/>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pic>
        <p:nvPicPr>
          <p:cNvPr id="2" name="Gráfico 1">
            <a:extLst>
              <a:ext uri="{FF2B5EF4-FFF2-40B4-BE49-F238E27FC236}">
                <a16:creationId xmlns:a16="http://schemas.microsoft.com/office/drawing/2014/main" id="{508906C3-4407-ECA6-3F79-2DD500E438E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38070" y="-77688"/>
            <a:ext cx="2600325" cy="914400"/>
          </a:xfrm>
          <a:prstGeom prst="rect">
            <a:avLst/>
          </a:prstGeom>
        </p:spPr>
      </p:pic>
    </p:spTree>
    <p:extLst>
      <p:ext uri="{BB962C8B-B14F-4D97-AF65-F5344CB8AC3E}">
        <p14:creationId xmlns:p14="http://schemas.microsoft.com/office/powerpoint/2010/main" val="1907408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atemática 16:9">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9696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9057_TF02787947.potx" id="{F6616D8B-E49F-43FC-919C-EA67C56073C6}" vid="{41E3CBBC-B989-484B-85AF-2EEA8BFB5111}"/>
    </a:ext>
  </a:extLst>
</a:theme>
</file>

<file path=ppt/theme/theme2.xml><?xml version="1.0" encoding="utf-8"?>
<a:theme xmlns:a="http://schemas.openxmlformats.org/drawingml/2006/main" name="Tema do Offic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a do Offic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406582A6A40B74C867BA7128243823E" ma:contentTypeVersion="3" ma:contentTypeDescription="Crie um novo documento." ma:contentTypeScope="" ma:versionID="96f4476d1748e18ebb0544300eb94305">
  <xsd:schema xmlns:xsd="http://www.w3.org/2001/XMLSchema" xmlns:xs="http://www.w3.org/2001/XMLSchema" xmlns:p="http://schemas.microsoft.com/office/2006/metadata/properties" xmlns:ns2="9b33b812-9665-42fb-bf55-a2ee3db0179a" targetNamespace="http://schemas.microsoft.com/office/2006/metadata/properties" ma:root="true" ma:fieldsID="c9abab0661d587dcb34b57039d1d169b" ns2:_="">
    <xsd:import namespace="9b33b812-9665-42fb-bf55-a2ee3db0179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33b812-9665-42fb-bf55-a2ee3db017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030BD0-A666-4AAA-9507-AA2E0E0412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b33b812-9665-42fb-bf55-a2ee3db017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41C8876-6DAA-45D3-9BDC-516F7FCA0414}">
  <ds:schemaRefs>
    <ds:schemaRef ds:uri="2744d390-2e3d-48e1-bc90-6bb95cb2359f"/>
    <ds:schemaRef ds:uri="ad5896ab-7e42-4cd5-83fd-c8cacde1cd42"/>
    <ds:schemaRef ds:uri="cfb4913f-af3f-44de-9fc3-9568d3eb79a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1921D19-86FA-4CD0-9E63-80556BBC4F3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Tema1</Template>
  <TotalTime>773</TotalTime>
  <Words>3441</Words>
  <Application>Microsoft Office PowerPoint</Application>
  <PresentationFormat>Personalizar</PresentationFormat>
  <Paragraphs>406</Paragraphs>
  <Slides>35</Slides>
  <Notes>35</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35</vt:i4>
      </vt:variant>
    </vt:vector>
  </HeadingPairs>
  <TitlesOfParts>
    <vt:vector size="40" baseType="lpstr">
      <vt:lpstr>Arial</vt:lpstr>
      <vt:lpstr>Euphemia</vt:lpstr>
      <vt:lpstr>Euphemia,Sans-Serif</vt:lpstr>
      <vt:lpstr>Wingdings</vt:lpstr>
      <vt:lpstr>Matemática 16:9</vt:lpstr>
      <vt:lpstr>Trabalho de Conclusão de Curso</vt:lpstr>
      <vt:lpstr>Trabalho de Conclusão de Curso</vt:lpstr>
      <vt:lpstr>Trabalho de Conclusão de Curso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Reforço Escolar</dc:title>
  <dc:creator>Prof. Paulo Rogério</dc:creator>
  <cp:lastModifiedBy>Rai I</cp:lastModifiedBy>
  <cp:revision>1560</cp:revision>
  <dcterms:created xsi:type="dcterms:W3CDTF">2023-04-28T14:29:41Z</dcterms:created>
  <dcterms:modified xsi:type="dcterms:W3CDTF">2026-04-10T20:58:44Z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0x010100D406582A6A40B74C867BA7128243823E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y fmtid="{D5CDD505-2E9C-101B-9397-08002B2CF9AE}" pid="8" name="MediaServiceImageTags">
    <vt:lpwstr/>
  </property>
</Properties>
</file>